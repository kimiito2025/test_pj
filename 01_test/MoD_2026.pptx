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7FFFFFCB_B97EC990.xml" ContentType="application/vnd.ms-powerpoint.comments+xml"/>
  <Override PartName="/ppt/comments/modernComment_7FFFFFCC_94B45169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  <p:sldMasterId id="2147483704" r:id="rId2"/>
  </p:sldMasterIdLst>
  <p:notesMasterIdLst>
    <p:notesMasterId r:id="rId45"/>
  </p:notesMasterIdLst>
  <p:sldIdLst>
    <p:sldId id="2147483579" r:id="rId3"/>
    <p:sldId id="2147483597" r:id="rId4"/>
    <p:sldId id="2147483612" r:id="rId5"/>
    <p:sldId id="2147483616" r:id="rId6"/>
    <p:sldId id="2147483619" r:id="rId7"/>
    <p:sldId id="2147483600" r:id="rId8"/>
    <p:sldId id="2147483599" r:id="rId9"/>
    <p:sldId id="2147483601" r:id="rId10"/>
    <p:sldId id="2147483614" r:id="rId11"/>
    <p:sldId id="2147483615" r:id="rId12"/>
    <p:sldId id="2147483602" r:id="rId13"/>
    <p:sldId id="2147483603" r:id="rId14"/>
    <p:sldId id="2147483604" r:id="rId15"/>
    <p:sldId id="2147483605" r:id="rId16"/>
    <p:sldId id="2147483606" r:id="rId17"/>
    <p:sldId id="2147483607" r:id="rId18"/>
    <p:sldId id="2147483617" r:id="rId19"/>
    <p:sldId id="2147483608" r:id="rId20"/>
    <p:sldId id="2147483609" r:id="rId21"/>
    <p:sldId id="2147483610" r:id="rId22"/>
    <p:sldId id="2147483611" r:id="rId23"/>
    <p:sldId id="2147483613" r:id="rId24"/>
    <p:sldId id="2147483598" r:id="rId25"/>
    <p:sldId id="2147483581" r:id="rId26"/>
    <p:sldId id="2147483594" r:id="rId27"/>
    <p:sldId id="2147483595" r:id="rId28"/>
    <p:sldId id="2147483596" r:id="rId29"/>
    <p:sldId id="2147483589" r:id="rId30"/>
    <p:sldId id="2147483583" r:id="rId31"/>
    <p:sldId id="2147483582" r:id="rId32"/>
    <p:sldId id="2147483588" r:id="rId33"/>
    <p:sldId id="2147483586" r:id="rId34"/>
    <p:sldId id="2147483587" r:id="rId35"/>
    <p:sldId id="2147483590" r:id="rId36"/>
    <p:sldId id="2147483592" r:id="rId37"/>
    <p:sldId id="2147483593" r:id="rId38"/>
    <p:sldId id="2147483585" r:id="rId39"/>
    <p:sldId id="2147483618" r:id="rId40"/>
    <p:sldId id="2147483591" r:id="rId41"/>
    <p:sldId id="2147483620" r:id="rId42"/>
    <p:sldId id="2147483621" r:id="rId43"/>
    <p:sldId id="2147483580" r:id="rId4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597B56C-4345-447D-830B-815EC24F8283}">
          <p14:sldIdLst>
            <p14:sldId id="2147483579"/>
            <p14:sldId id="2147483597"/>
            <p14:sldId id="2147483612"/>
            <p14:sldId id="2147483616"/>
          </p14:sldIdLst>
        </p14:section>
        <p14:section name="手順" id="{D431BFCC-1E56-4B90-9B42-289CCD479265}">
          <p14:sldIdLst>
            <p14:sldId id="2147483619"/>
            <p14:sldId id="2147483600"/>
            <p14:sldId id="2147483599"/>
            <p14:sldId id="2147483601"/>
            <p14:sldId id="2147483614"/>
            <p14:sldId id="2147483615"/>
            <p14:sldId id="2147483602"/>
            <p14:sldId id="2147483603"/>
            <p14:sldId id="2147483604"/>
            <p14:sldId id="2147483605"/>
            <p14:sldId id="2147483606"/>
            <p14:sldId id="2147483607"/>
            <p14:sldId id="2147483617"/>
            <p14:sldId id="2147483608"/>
            <p14:sldId id="2147483609"/>
            <p14:sldId id="2147483610"/>
            <p14:sldId id="2147483611"/>
            <p14:sldId id="2147483613"/>
          </p14:sldIdLst>
        </p14:section>
        <p14:section name="メモ" id="{1D632381-B334-44AF-AE32-6BA5F63E86D7}">
          <p14:sldIdLst>
            <p14:sldId id="2147483598"/>
            <p14:sldId id="2147483581"/>
            <p14:sldId id="2147483594"/>
            <p14:sldId id="2147483595"/>
            <p14:sldId id="2147483596"/>
            <p14:sldId id="2147483589"/>
            <p14:sldId id="2147483583"/>
            <p14:sldId id="2147483582"/>
            <p14:sldId id="2147483588"/>
            <p14:sldId id="2147483586"/>
            <p14:sldId id="2147483587"/>
            <p14:sldId id="2147483590"/>
            <p14:sldId id="2147483592"/>
            <p14:sldId id="2147483593"/>
          </p14:sldIdLst>
        </p14:section>
        <p14:section name="参照" id="{40192F9C-2937-471A-A909-94BC11B38FDA}">
          <p14:sldIdLst>
            <p14:sldId id="2147483585"/>
            <p14:sldId id="2147483618"/>
            <p14:sldId id="2147483591"/>
          </p14:sldIdLst>
        </p14:section>
        <p14:section name="Secure Access" id="{43F1A470-711C-4012-AF3A-0052991A72A1}">
          <p14:sldIdLst>
            <p14:sldId id="2147483620"/>
            <p14:sldId id="2147483621"/>
            <p14:sldId id="21474835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5DBFFA-FBEE-8A59-E70D-8C263AC2D77D}" name="Kimie Ito (kimiito)" initials="KI(" userId="S::kimiito@cisco.com::8234d24d-6ebd-4a8b-a251-27bf1cd0618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4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F540F-670C-429E-A6F9-4821E5D52B37}" v="161" dt="2026-04-23T04:21:35.0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5" autoAdjust="0"/>
    <p:restoredTop sz="96247" autoAdjust="0"/>
  </p:normalViewPr>
  <p:slideViewPr>
    <p:cSldViewPr snapToGrid="0">
      <p:cViewPr varScale="1">
        <p:scale>
          <a:sx n="88" d="100"/>
          <a:sy n="88" d="100"/>
        </p:scale>
        <p:origin x="42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microsoft.com/office/2018/10/relationships/authors" Target="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ie Ito (kimiito)" userId="8234d24d-6ebd-4a8b-a251-27bf1cd0618e" providerId="ADAL" clId="{B406599D-6F6F-4D5A-A0EB-084808BBD114}"/>
    <pc:docChg chg="undo custSel addSld modSld sldOrd addSection modSection">
      <pc:chgData name="Kimie Ito (kimiito)" userId="8234d24d-6ebd-4a8b-a251-27bf1cd0618e" providerId="ADAL" clId="{B406599D-6F6F-4D5A-A0EB-084808BBD114}" dt="2026-04-23T04:21:41.711" v="1153" actId="20577"/>
      <pc:docMkLst>
        <pc:docMk/>
      </pc:docMkLst>
      <pc:sldChg chg="modSp mod">
        <pc:chgData name="Kimie Ito (kimiito)" userId="8234d24d-6ebd-4a8b-a251-27bf1cd0618e" providerId="ADAL" clId="{B406599D-6F6F-4D5A-A0EB-084808BBD114}" dt="2026-04-23T04:20:06.549" v="1109" actId="20577"/>
        <pc:sldMkLst>
          <pc:docMk/>
          <pc:sldMk cId="1572937072" sldId="2147483579"/>
        </pc:sldMkLst>
        <pc:spChg chg="mod">
          <ac:chgData name="Kimie Ito (kimiito)" userId="8234d24d-6ebd-4a8b-a251-27bf1cd0618e" providerId="ADAL" clId="{B406599D-6F6F-4D5A-A0EB-084808BBD114}" dt="2026-04-23T04:20:06.549" v="1109" actId="20577"/>
          <ac:spMkLst>
            <pc:docMk/>
            <pc:sldMk cId="1572937072" sldId="2147483579"/>
            <ac:spMk id="2" creationId="{3C64212D-66B9-4769-40F0-DAC1BA7C0E04}"/>
          </ac:spMkLst>
        </pc:spChg>
      </pc:sldChg>
      <pc:sldChg chg="ord">
        <pc:chgData name="Kimie Ito (kimiito)" userId="8234d24d-6ebd-4a8b-a251-27bf1cd0618e" providerId="ADAL" clId="{B406599D-6F6F-4D5A-A0EB-084808BBD114}" dt="2026-04-23T04:21:07.280" v="1127"/>
        <pc:sldMkLst>
          <pc:docMk/>
          <pc:sldMk cId="1983782245" sldId="2147483580"/>
        </pc:sldMkLst>
      </pc:sldChg>
      <pc:sldChg chg="modSp mod">
        <pc:chgData name="Kimie Ito (kimiito)" userId="8234d24d-6ebd-4a8b-a251-27bf1cd0618e" providerId="ADAL" clId="{B406599D-6F6F-4D5A-A0EB-084808BBD114}" dt="2026-04-13T09:49:05.413" v="183" actId="20577"/>
        <pc:sldMkLst>
          <pc:docMk/>
          <pc:sldMk cId="3663020352" sldId="2147483585"/>
        </pc:sldMkLst>
        <pc:spChg chg="mod">
          <ac:chgData name="Kimie Ito (kimiito)" userId="8234d24d-6ebd-4a8b-a251-27bf1cd0618e" providerId="ADAL" clId="{B406599D-6F6F-4D5A-A0EB-084808BBD114}" dt="2026-04-13T09:49:05.413" v="183" actId="20577"/>
          <ac:spMkLst>
            <pc:docMk/>
            <pc:sldMk cId="3663020352" sldId="2147483585"/>
            <ac:spMk id="4" creationId="{69A97B83-3E20-DBBC-D736-AA72DBBEF80B}"/>
          </ac:spMkLst>
        </pc:spChg>
      </pc:sldChg>
      <pc:sldChg chg="ord">
        <pc:chgData name="Kimie Ito (kimiito)" userId="8234d24d-6ebd-4a8b-a251-27bf1cd0618e" providerId="ADAL" clId="{B406599D-6F6F-4D5A-A0EB-084808BBD114}" dt="2026-04-23T04:21:09.018" v="1129"/>
        <pc:sldMkLst>
          <pc:docMk/>
          <pc:sldMk cId="3401399483" sldId="2147483591"/>
        </pc:sldMkLst>
      </pc:sldChg>
      <pc:sldChg chg="addSp modSp mod">
        <pc:chgData name="Kimie Ito (kimiito)" userId="8234d24d-6ebd-4a8b-a251-27bf1cd0618e" providerId="ADAL" clId="{B406599D-6F6F-4D5A-A0EB-084808BBD114}" dt="2026-04-10T06:35:24.462" v="24"/>
        <pc:sldMkLst>
          <pc:docMk/>
          <pc:sldMk cId="3112094096" sldId="2147483595"/>
        </pc:sldMkLst>
        <pc:spChg chg="add mod">
          <ac:chgData name="Kimie Ito (kimiito)" userId="8234d24d-6ebd-4a8b-a251-27bf1cd0618e" providerId="ADAL" clId="{B406599D-6F6F-4D5A-A0EB-084808BBD114}" dt="2026-04-10T06:34:16.665" v="10" actId="1076"/>
          <ac:spMkLst>
            <pc:docMk/>
            <pc:sldMk cId="3112094096" sldId="2147483595"/>
            <ac:spMk id="7" creationId="{04F238FA-784D-78F0-3018-8978497E4B64}"/>
          </ac:spMkLst>
        </pc:spChg>
        <pc:spChg chg="add mod">
          <ac:chgData name="Kimie Ito (kimiito)" userId="8234d24d-6ebd-4a8b-a251-27bf1cd0618e" providerId="ADAL" clId="{B406599D-6F6F-4D5A-A0EB-084808BBD114}" dt="2026-04-10T06:35:24.462" v="24"/>
          <ac:spMkLst>
            <pc:docMk/>
            <pc:sldMk cId="3112094096" sldId="2147483595"/>
            <ac:spMk id="14" creationId="{15F0864E-AE8D-CA7E-A0A1-6518AFA4A022}"/>
          </ac:spMkLst>
        </pc:spChg>
        <pc:spChg chg="mod">
          <ac:chgData name="Kimie Ito (kimiito)" userId="8234d24d-6ebd-4a8b-a251-27bf1cd0618e" providerId="ADAL" clId="{B406599D-6F6F-4D5A-A0EB-084808BBD114}" dt="2026-04-10T06:31:37.184" v="2" actId="207"/>
          <ac:spMkLst>
            <pc:docMk/>
            <pc:sldMk cId="3112094096" sldId="2147483595"/>
            <ac:spMk id="39" creationId="{EA53568C-59CB-DBE2-0045-95C81EDE2995}"/>
          </ac:spMkLst>
        </pc:spChg>
        <pc:spChg chg="mod">
          <ac:chgData name="Kimie Ito (kimiito)" userId="8234d24d-6ebd-4a8b-a251-27bf1cd0618e" providerId="ADAL" clId="{B406599D-6F6F-4D5A-A0EB-084808BBD114}" dt="2026-04-10T06:27:15.795" v="1" actId="207"/>
          <ac:spMkLst>
            <pc:docMk/>
            <pc:sldMk cId="3112094096" sldId="2147483595"/>
            <ac:spMk id="58" creationId="{31CE65A1-5FBC-AFDD-67EF-DC50194C8438}"/>
          </ac:spMkLst>
        </pc:spChg>
        <pc:cxnChg chg="add mod">
          <ac:chgData name="Kimie Ito (kimiito)" userId="8234d24d-6ebd-4a8b-a251-27bf1cd0618e" providerId="ADAL" clId="{B406599D-6F6F-4D5A-A0EB-084808BBD114}" dt="2026-04-10T06:34:11.009" v="8" actId="692"/>
          <ac:cxnSpMkLst>
            <pc:docMk/>
            <pc:sldMk cId="3112094096" sldId="2147483595"/>
            <ac:cxnSpMk id="3" creationId="{EA7C5A0F-B933-91D1-6598-B21E7964031A}"/>
          </ac:cxnSpMkLst>
        </pc:cxnChg>
        <pc:cxnChg chg="add mod">
          <ac:chgData name="Kimie Ito (kimiito)" userId="8234d24d-6ebd-4a8b-a251-27bf1cd0618e" providerId="ADAL" clId="{B406599D-6F6F-4D5A-A0EB-084808BBD114}" dt="2026-04-10T06:35:04.985" v="13" actId="14100"/>
          <ac:cxnSpMkLst>
            <pc:docMk/>
            <pc:sldMk cId="3112094096" sldId="2147483595"/>
            <ac:cxnSpMk id="8" creationId="{BAA39E7B-08CB-14FE-7334-D79EECDDD68A}"/>
          </ac:cxnSpMkLst>
        </pc:cxnChg>
      </pc:sldChg>
      <pc:sldChg chg="modSp mod ord">
        <pc:chgData name="Kimie Ito (kimiito)" userId="8234d24d-6ebd-4a8b-a251-27bf1cd0618e" providerId="ADAL" clId="{B406599D-6F6F-4D5A-A0EB-084808BBD114}" dt="2026-04-23T04:20:17.723" v="1122" actId="20577"/>
        <pc:sldMkLst>
          <pc:docMk/>
          <pc:sldMk cId="752379629" sldId="2147483597"/>
        </pc:sldMkLst>
        <pc:spChg chg="mod">
          <ac:chgData name="Kimie Ito (kimiito)" userId="8234d24d-6ebd-4a8b-a251-27bf1cd0618e" providerId="ADAL" clId="{B406599D-6F6F-4D5A-A0EB-084808BBD114}" dt="2026-04-23T04:20:17.723" v="1122" actId="20577"/>
          <ac:spMkLst>
            <pc:docMk/>
            <pc:sldMk cId="752379629" sldId="2147483597"/>
            <ac:spMk id="6" creationId="{D10FF419-26CE-F339-E259-318D87F06B05}"/>
          </ac:spMkLst>
        </pc:spChg>
      </pc:sldChg>
      <pc:sldChg chg="addSp modSp mod">
        <pc:chgData name="Kimie Ito (kimiito)" userId="8234d24d-6ebd-4a8b-a251-27bf1cd0618e" providerId="ADAL" clId="{B406599D-6F6F-4D5A-A0EB-084808BBD114}" dt="2026-04-14T09:07:10.999" v="1092"/>
        <pc:sldMkLst>
          <pc:docMk/>
          <pc:sldMk cId="3234283662" sldId="2147483614"/>
        </pc:sldMkLst>
        <pc:spChg chg="mod">
          <ac:chgData name="Kimie Ito (kimiito)" userId="8234d24d-6ebd-4a8b-a251-27bf1cd0618e" providerId="ADAL" clId="{B406599D-6F6F-4D5A-A0EB-084808BBD114}" dt="2026-04-14T09:07:10.999" v="1092"/>
          <ac:spMkLst>
            <pc:docMk/>
            <pc:sldMk cId="3234283662" sldId="2147483614"/>
            <ac:spMk id="3" creationId="{1FDA1B84-1CE0-BB73-1F82-71FFCBE89794}"/>
          </ac:spMkLst>
        </pc:spChg>
      </pc:sldChg>
      <pc:sldChg chg="modSp add mod">
        <pc:chgData name="Kimie Ito (kimiito)" userId="8234d24d-6ebd-4a8b-a251-27bf1cd0618e" providerId="ADAL" clId="{B406599D-6F6F-4D5A-A0EB-084808BBD114}" dt="2026-04-14T09:05:16.339" v="778" actId="14"/>
        <pc:sldMkLst>
          <pc:docMk/>
          <pc:sldMk cId="1372177685" sldId="2147483618"/>
        </pc:sldMkLst>
        <pc:spChg chg="mod">
          <ac:chgData name="Kimie Ito (kimiito)" userId="8234d24d-6ebd-4a8b-a251-27bf1cd0618e" providerId="ADAL" clId="{B406599D-6F6F-4D5A-A0EB-084808BBD114}" dt="2026-04-14T09:05:16.339" v="778" actId="14"/>
          <ac:spMkLst>
            <pc:docMk/>
            <pc:sldMk cId="1372177685" sldId="2147483618"/>
            <ac:spMk id="4" creationId="{C2283100-D17E-261D-E4B3-C86FF5C738E4}"/>
          </ac:spMkLst>
        </pc:spChg>
      </pc:sldChg>
      <pc:sldChg chg="add">
        <pc:chgData name="Kimie Ito (kimiito)" userId="8234d24d-6ebd-4a8b-a251-27bf1cd0618e" providerId="ADAL" clId="{B406599D-6F6F-4D5A-A0EB-084808BBD114}" dt="2026-04-23T04:20:11.547" v="1110"/>
        <pc:sldMkLst>
          <pc:docMk/>
          <pc:sldMk cId="416820216" sldId="2147483619"/>
        </pc:sldMkLst>
      </pc:sldChg>
      <pc:sldChg chg="modSp new mod ord">
        <pc:chgData name="Kimie Ito (kimiito)" userId="8234d24d-6ebd-4a8b-a251-27bf1cd0618e" providerId="ADAL" clId="{B406599D-6F6F-4D5A-A0EB-084808BBD114}" dt="2026-04-23T04:21:14.473" v="1142" actId="20577"/>
        <pc:sldMkLst>
          <pc:docMk/>
          <pc:sldMk cId="2940510738" sldId="2147483620"/>
        </pc:sldMkLst>
        <pc:spChg chg="mod">
          <ac:chgData name="Kimie Ito (kimiito)" userId="8234d24d-6ebd-4a8b-a251-27bf1cd0618e" providerId="ADAL" clId="{B406599D-6F6F-4D5A-A0EB-084808BBD114}" dt="2026-04-23T04:21:14.473" v="1142" actId="20577"/>
          <ac:spMkLst>
            <pc:docMk/>
            <pc:sldMk cId="2940510738" sldId="2147483620"/>
            <ac:spMk id="2" creationId="{1FD4E26D-D19C-8CA5-C561-08C5819E5E12}"/>
          </ac:spMkLst>
        </pc:spChg>
      </pc:sldChg>
      <pc:sldChg chg="addSp modSp new mod">
        <pc:chgData name="Kimie Ito (kimiito)" userId="8234d24d-6ebd-4a8b-a251-27bf1cd0618e" providerId="ADAL" clId="{B406599D-6F6F-4D5A-A0EB-084808BBD114}" dt="2026-04-23T04:21:41.711" v="1153" actId="20577"/>
        <pc:sldMkLst>
          <pc:docMk/>
          <pc:sldMk cId="693135566" sldId="2147483621"/>
        </pc:sldMkLst>
        <pc:spChg chg="add mod">
          <ac:chgData name="Kimie Ito (kimiito)" userId="8234d24d-6ebd-4a8b-a251-27bf1cd0618e" providerId="ADAL" clId="{B406599D-6F6F-4D5A-A0EB-084808BBD114}" dt="2026-04-23T04:21:41.711" v="1153" actId="20577"/>
          <ac:spMkLst>
            <pc:docMk/>
            <pc:sldMk cId="693135566" sldId="2147483621"/>
            <ac:spMk id="3" creationId="{B3883FC4-1D2A-3A96-7E48-8AD23D83F5E3}"/>
          </ac:spMkLst>
        </pc:spChg>
        <pc:spChg chg="add mod">
          <ac:chgData name="Kimie Ito (kimiito)" userId="8234d24d-6ebd-4a8b-a251-27bf1cd0618e" providerId="ADAL" clId="{B406599D-6F6F-4D5A-A0EB-084808BBD114}" dt="2026-04-23T04:21:35.052" v="1148"/>
          <ac:spMkLst>
            <pc:docMk/>
            <pc:sldMk cId="693135566" sldId="2147483621"/>
            <ac:spMk id="4" creationId="{639FA72A-93B7-D578-D446-A33B6A612909}"/>
          </ac:spMkLst>
        </pc:spChg>
      </pc:sldChg>
    </pc:docChg>
  </pc:docChgLst>
</pc:chgInfo>
</file>

<file path=ppt/comments/modernComment_7FFFFFCB_B97EC9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099E33-6C05-42D4-B7F4-4EBE7F46D8DC}" authorId="{8E5DBFFA-FBEE-8A59-E70D-8C263AC2D77D}" created="2026-03-27T09:36:40.79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112094096" sldId="2147483595"/>
      <ac:spMk id="39" creationId="{EA53568C-59CB-DBE2-0045-95C81EDE2995}"/>
    </ac:deMkLst>
    <p188:txBody>
      <a:bodyPr/>
      <a:lstStyle/>
      <a:p>
        <a:r>
          <a:rPr lang="ja-JP" altLang="en-US"/>
          <a:t>WxCC だと webex contact center agent desktop </a:t>
        </a:r>
      </a:p>
    </p188:txBody>
  </p188:cm>
</p188:cmLst>
</file>

<file path=ppt/comments/modernComment_7FFFFFCC_94B451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FC0481F-4495-4F2C-9822-41BDDA2E240D}" authorId="{8E5DBFFA-FBEE-8A59-E70D-8C263AC2D77D}" created="2026-03-27T09:36:40.79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494845289" sldId="2147483596"/>
      <ac:spMk id="39" creationId="{ECA897A2-0487-2393-FF46-F1E6DC2A3D5B}"/>
    </ac:deMkLst>
    <p188:txBody>
      <a:bodyPr/>
      <a:lstStyle/>
      <a:p>
        <a:r>
          <a:rPr lang="ja-JP" altLang="en-US"/>
          <a:t>WxCC だと webex contact center agent desktop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EBE95-FDD1-BB43-A50C-B5F5F376E2B0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97281-ACB8-F44C-BF6A-E6AF32319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0216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5995" y="5142315"/>
            <a:ext cx="11061895" cy="384175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2400" b="0" i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 marL="45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Speaker Name</a:t>
            </a:r>
            <a:endParaRPr lang="en-US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625995" y="5430226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2400" b="0" i="0" kern="1200" dirty="0" smtClean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Speaker Title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 hasCustomPrompt="1"/>
          </p:nvPr>
        </p:nvSpPr>
        <p:spPr>
          <a:xfrm>
            <a:off x="625995" y="5798350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2400" b="0" i="0" kern="1200" dirty="0" smtClean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17723" y="4058205"/>
            <a:ext cx="11070167" cy="398668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933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 marL="406365" indent="0">
              <a:buNone/>
              <a:defRPr/>
            </a:lvl2pPr>
            <a:lvl3pPr marL="569854" indent="0">
              <a:buNone/>
              <a:defRPr/>
            </a:lvl3pPr>
            <a:lvl4pPr marL="688908" indent="0">
              <a:buNone/>
              <a:defRPr/>
            </a:lvl4pPr>
            <a:lvl5pPr marL="801608" indent="0">
              <a:buNone/>
              <a:defRPr/>
            </a:lvl5pPr>
          </a:lstStyle>
          <a:p>
            <a:pPr lvl="0"/>
            <a:r>
              <a:rPr lang="en-GB"/>
              <a:t>Subtitle Goes Here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567687" y="3296223"/>
            <a:ext cx="11120203" cy="85964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5333" b="0" i="0" spc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</a:lstStyle>
          <a:p>
            <a:r>
              <a:rPr lang="en-GB"/>
              <a:t>Presentation Title Goes Here</a:t>
            </a:r>
            <a:endParaRPr lang="en-US"/>
          </a:p>
        </p:txBody>
      </p:sp>
      <p:sp>
        <p:nvSpPr>
          <p:cNvPr id="6" name="Freeform 6"/>
          <p:cNvSpPr>
            <a:spLocks noChangeAspect="1" noEditPoints="1"/>
          </p:cNvSpPr>
          <p:nvPr/>
        </p:nvSpPr>
        <p:spPr bwMode="auto">
          <a:xfrm>
            <a:off x="625995" y="521745"/>
            <a:ext cx="1060704" cy="563500"/>
          </a:xfrm>
          <a:custGeom>
            <a:avLst/>
            <a:gdLst>
              <a:gd name="T0" fmla="*/ 2671 w 3456"/>
              <a:gd name="T1" fmla="*/ 1521 h 1834"/>
              <a:gd name="T2" fmla="*/ 2857 w 3456"/>
              <a:gd name="T3" fmla="*/ 1677 h 1834"/>
              <a:gd name="T4" fmla="*/ 2975 w 3456"/>
              <a:gd name="T5" fmla="*/ 1465 h 1834"/>
              <a:gd name="T6" fmla="*/ 1129 w 3456"/>
              <a:gd name="T7" fmla="*/ 1823 h 1834"/>
              <a:gd name="T8" fmla="*/ 3082 w 3456"/>
              <a:gd name="T9" fmla="*/ 1330 h 1834"/>
              <a:gd name="T10" fmla="*/ 3082 w 3456"/>
              <a:gd name="T11" fmla="*/ 1712 h 1834"/>
              <a:gd name="T12" fmla="*/ 2700 w 3456"/>
              <a:gd name="T13" fmla="*/ 1809 h 1834"/>
              <a:gd name="T14" fmla="*/ 2513 w 3456"/>
              <a:gd name="T15" fmla="*/ 1479 h 1834"/>
              <a:gd name="T16" fmla="*/ 2783 w 3456"/>
              <a:gd name="T17" fmla="*/ 1211 h 1834"/>
              <a:gd name="T18" fmla="*/ 2351 w 3456"/>
              <a:gd name="T19" fmla="*/ 1392 h 1834"/>
              <a:gd name="T20" fmla="*/ 2136 w 3456"/>
              <a:gd name="T21" fmla="*/ 1381 h 1834"/>
              <a:gd name="T22" fmla="*/ 2093 w 3456"/>
              <a:gd name="T23" fmla="*/ 1625 h 1834"/>
              <a:gd name="T24" fmla="*/ 2335 w 3456"/>
              <a:gd name="T25" fmla="*/ 1658 h 1834"/>
              <a:gd name="T26" fmla="*/ 2174 w 3456"/>
              <a:gd name="T27" fmla="*/ 1832 h 1834"/>
              <a:gd name="T28" fmla="*/ 1903 w 3456"/>
              <a:gd name="T29" fmla="*/ 1605 h 1834"/>
              <a:gd name="T30" fmla="*/ 2047 w 3456"/>
              <a:gd name="T31" fmla="*/ 1249 h 1834"/>
              <a:gd name="T32" fmla="*/ 748 w 3456"/>
              <a:gd name="T33" fmla="*/ 1223 h 1834"/>
              <a:gd name="T34" fmla="*/ 642 w 3456"/>
              <a:gd name="T35" fmla="*/ 1359 h 1834"/>
              <a:gd name="T36" fmla="*/ 479 w 3456"/>
              <a:gd name="T37" fmla="*/ 1550 h 1834"/>
              <a:gd name="T38" fmla="*/ 697 w 3456"/>
              <a:gd name="T39" fmla="*/ 1676 h 1834"/>
              <a:gd name="T40" fmla="*/ 692 w 3456"/>
              <a:gd name="T41" fmla="*/ 1830 h 1834"/>
              <a:gd name="T42" fmla="*/ 370 w 3456"/>
              <a:gd name="T43" fmla="*/ 1710 h 1834"/>
              <a:gd name="T44" fmla="*/ 375 w 3456"/>
              <a:gd name="T45" fmla="*/ 1326 h 1834"/>
              <a:gd name="T46" fmla="*/ 1610 w 3456"/>
              <a:gd name="T47" fmla="*/ 1211 h 1834"/>
              <a:gd name="T48" fmla="*/ 1679 w 3456"/>
              <a:gd name="T49" fmla="*/ 1350 h 1834"/>
              <a:gd name="T50" fmla="*/ 1494 w 3456"/>
              <a:gd name="T51" fmla="*/ 1373 h 1834"/>
              <a:gd name="T52" fmla="*/ 1634 w 3456"/>
              <a:gd name="T53" fmla="*/ 1470 h 1834"/>
              <a:gd name="T54" fmla="*/ 1737 w 3456"/>
              <a:gd name="T55" fmla="*/ 1694 h 1834"/>
              <a:gd name="T56" fmla="*/ 1524 w 3456"/>
              <a:gd name="T57" fmla="*/ 1833 h 1834"/>
              <a:gd name="T58" fmla="*/ 1334 w 3456"/>
              <a:gd name="T59" fmla="*/ 1678 h 1834"/>
              <a:gd name="T60" fmla="*/ 1552 w 3456"/>
              <a:gd name="T61" fmla="*/ 1690 h 1834"/>
              <a:gd name="T62" fmla="*/ 1520 w 3456"/>
              <a:gd name="T63" fmla="*/ 1584 h 1834"/>
              <a:gd name="T64" fmla="*/ 1350 w 3456"/>
              <a:gd name="T65" fmla="*/ 1473 h 1834"/>
              <a:gd name="T66" fmla="*/ 1446 w 3456"/>
              <a:gd name="T67" fmla="*/ 1227 h 1834"/>
              <a:gd name="T68" fmla="*/ 3456 w 3456"/>
              <a:gd name="T69" fmla="*/ 569 h 1834"/>
              <a:gd name="T70" fmla="*/ 3328 w 3456"/>
              <a:gd name="T71" fmla="*/ 780 h 1834"/>
              <a:gd name="T72" fmla="*/ 3381 w 3456"/>
              <a:gd name="T73" fmla="*/ 493 h 1834"/>
              <a:gd name="T74" fmla="*/ 1793 w 3456"/>
              <a:gd name="T75" fmla="*/ 766 h 1834"/>
              <a:gd name="T76" fmla="*/ 1653 w 3456"/>
              <a:gd name="T77" fmla="*/ 727 h 1834"/>
              <a:gd name="T78" fmla="*/ 113 w 3456"/>
              <a:gd name="T79" fmla="*/ 503 h 1834"/>
              <a:gd name="T80" fmla="*/ 95 w 3456"/>
              <a:gd name="T81" fmla="*/ 801 h 1834"/>
              <a:gd name="T82" fmla="*/ 10 w 3456"/>
              <a:gd name="T83" fmla="*/ 531 h 1834"/>
              <a:gd name="T84" fmla="*/ 3040 w 3456"/>
              <a:gd name="T85" fmla="*/ 340 h 1834"/>
              <a:gd name="T86" fmla="*/ 2929 w 3456"/>
              <a:gd name="T87" fmla="*/ 793 h 1834"/>
              <a:gd name="T88" fmla="*/ 2947 w 3456"/>
              <a:gd name="T89" fmla="*/ 287 h 1834"/>
              <a:gd name="T90" fmla="*/ 2214 w 3456"/>
              <a:gd name="T91" fmla="*/ 748 h 1834"/>
              <a:gd name="T92" fmla="*/ 2069 w 3456"/>
              <a:gd name="T93" fmla="*/ 748 h 1834"/>
              <a:gd name="T94" fmla="*/ 1335 w 3456"/>
              <a:gd name="T95" fmla="*/ 287 h 1834"/>
              <a:gd name="T96" fmla="*/ 1353 w 3456"/>
              <a:gd name="T97" fmla="*/ 793 h 1834"/>
              <a:gd name="T98" fmla="*/ 1242 w 3456"/>
              <a:gd name="T99" fmla="*/ 340 h 1834"/>
              <a:gd name="T100" fmla="*/ 553 w 3456"/>
              <a:gd name="T101" fmla="*/ 322 h 1834"/>
              <a:gd name="T102" fmla="*/ 468 w 3456"/>
              <a:gd name="T103" fmla="*/ 801 h 1834"/>
              <a:gd name="T104" fmla="*/ 450 w 3456"/>
              <a:gd name="T105" fmla="*/ 295 h 1834"/>
              <a:gd name="T106" fmla="*/ 2630 w 3456"/>
              <a:gd name="T107" fmla="*/ 879 h 1834"/>
              <a:gd name="T108" fmla="*/ 2490 w 3456"/>
              <a:gd name="T109" fmla="*/ 917 h 1834"/>
              <a:gd name="T110" fmla="*/ 902 w 3456"/>
              <a:gd name="T111" fmla="*/ 0 h 1834"/>
              <a:gd name="T112" fmla="*/ 955 w 3456"/>
              <a:gd name="T113" fmla="*/ 931 h 1834"/>
              <a:gd name="T114" fmla="*/ 826 w 3456"/>
              <a:gd name="T115" fmla="*/ 75 h 1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56" h="1834">
                <a:moveTo>
                  <a:pt x="2828" y="1362"/>
                </a:moveTo>
                <a:lnTo>
                  <a:pt x="2798" y="1364"/>
                </a:lnTo>
                <a:lnTo>
                  <a:pt x="2771" y="1371"/>
                </a:lnTo>
                <a:lnTo>
                  <a:pt x="2747" y="1384"/>
                </a:lnTo>
                <a:lnTo>
                  <a:pt x="2725" y="1400"/>
                </a:lnTo>
                <a:lnTo>
                  <a:pt x="2706" y="1419"/>
                </a:lnTo>
                <a:lnTo>
                  <a:pt x="2691" y="1441"/>
                </a:lnTo>
                <a:lnTo>
                  <a:pt x="2680" y="1465"/>
                </a:lnTo>
                <a:lnTo>
                  <a:pt x="2674" y="1492"/>
                </a:lnTo>
                <a:lnTo>
                  <a:pt x="2671" y="1521"/>
                </a:lnTo>
                <a:lnTo>
                  <a:pt x="2674" y="1549"/>
                </a:lnTo>
                <a:lnTo>
                  <a:pt x="2680" y="1577"/>
                </a:lnTo>
                <a:lnTo>
                  <a:pt x="2691" y="1601"/>
                </a:lnTo>
                <a:lnTo>
                  <a:pt x="2706" y="1623"/>
                </a:lnTo>
                <a:lnTo>
                  <a:pt x="2725" y="1642"/>
                </a:lnTo>
                <a:lnTo>
                  <a:pt x="2747" y="1658"/>
                </a:lnTo>
                <a:lnTo>
                  <a:pt x="2771" y="1669"/>
                </a:lnTo>
                <a:lnTo>
                  <a:pt x="2798" y="1677"/>
                </a:lnTo>
                <a:lnTo>
                  <a:pt x="2828" y="1680"/>
                </a:lnTo>
                <a:lnTo>
                  <a:pt x="2857" y="1677"/>
                </a:lnTo>
                <a:lnTo>
                  <a:pt x="2883" y="1669"/>
                </a:lnTo>
                <a:lnTo>
                  <a:pt x="2908" y="1658"/>
                </a:lnTo>
                <a:lnTo>
                  <a:pt x="2930" y="1642"/>
                </a:lnTo>
                <a:lnTo>
                  <a:pt x="2948" y="1623"/>
                </a:lnTo>
                <a:lnTo>
                  <a:pt x="2964" y="1601"/>
                </a:lnTo>
                <a:lnTo>
                  <a:pt x="2975" y="1577"/>
                </a:lnTo>
                <a:lnTo>
                  <a:pt x="2982" y="1549"/>
                </a:lnTo>
                <a:lnTo>
                  <a:pt x="2985" y="1521"/>
                </a:lnTo>
                <a:lnTo>
                  <a:pt x="2982" y="1492"/>
                </a:lnTo>
                <a:lnTo>
                  <a:pt x="2975" y="1465"/>
                </a:lnTo>
                <a:lnTo>
                  <a:pt x="2964" y="1441"/>
                </a:lnTo>
                <a:lnTo>
                  <a:pt x="2948" y="1419"/>
                </a:lnTo>
                <a:lnTo>
                  <a:pt x="2930" y="1400"/>
                </a:lnTo>
                <a:lnTo>
                  <a:pt x="2908" y="1384"/>
                </a:lnTo>
                <a:lnTo>
                  <a:pt x="2883" y="1371"/>
                </a:lnTo>
                <a:lnTo>
                  <a:pt x="2857" y="1364"/>
                </a:lnTo>
                <a:lnTo>
                  <a:pt x="2828" y="1362"/>
                </a:lnTo>
                <a:close/>
                <a:moveTo>
                  <a:pt x="977" y="1218"/>
                </a:moveTo>
                <a:lnTo>
                  <a:pt x="1129" y="1218"/>
                </a:lnTo>
                <a:lnTo>
                  <a:pt x="1129" y="1823"/>
                </a:lnTo>
                <a:lnTo>
                  <a:pt x="977" y="1823"/>
                </a:lnTo>
                <a:lnTo>
                  <a:pt x="977" y="1218"/>
                </a:lnTo>
                <a:close/>
                <a:moveTo>
                  <a:pt x="2828" y="1208"/>
                </a:moveTo>
                <a:lnTo>
                  <a:pt x="2873" y="1211"/>
                </a:lnTo>
                <a:lnTo>
                  <a:pt x="2916" y="1219"/>
                </a:lnTo>
                <a:lnTo>
                  <a:pt x="2955" y="1232"/>
                </a:lnTo>
                <a:lnTo>
                  <a:pt x="2992" y="1251"/>
                </a:lnTo>
                <a:lnTo>
                  <a:pt x="3026" y="1273"/>
                </a:lnTo>
                <a:lnTo>
                  <a:pt x="3056" y="1299"/>
                </a:lnTo>
                <a:lnTo>
                  <a:pt x="3082" y="1330"/>
                </a:lnTo>
                <a:lnTo>
                  <a:pt x="3104" y="1363"/>
                </a:lnTo>
                <a:lnTo>
                  <a:pt x="3121" y="1398"/>
                </a:lnTo>
                <a:lnTo>
                  <a:pt x="3134" y="1437"/>
                </a:lnTo>
                <a:lnTo>
                  <a:pt x="3142" y="1479"/>
                </a:lnTo>
                <a:lnTo>
                  <a:pt x="3145" y="1521"/>
                </a:lnTo>
                <a:lnTo>
                  <a:pt x="3142" y="1563"/>
                </a:lnTo>
                <a:lnTo>
                  <a:pt x="3134" y="1604"/>
                </a:lnTo>
                <a:lnTo>
                  <a:pt x="3121" y="1642"/>
                </a:lnTo>
                <a:lnTo>
                  <a:pt x="3104" y="1679"/>
                </a:lnTo>
                <a:lnTo>
                  <a:pt x="3082" y="1712"/>
                </a:lnTo>
                <a:lnTo>
                  <a:pt x="3056" y="1742"/>
                </a:lnTo>
                <a:lnTo>
                  <a:pt x="3026" y="1769"/>
                </a:lnTo>
                <a:lnTo>
                  <a:pt x="2992" y="1791"/>
                </a:lnTo>
                <a:lnTo>
                  <a:pt x="2955" y="1809"/>
                </a:lnTo>
                <a:lnTo>
                  <a:pt x="2916" y="1822"/>
                </a:lnTo>
                <a:lnTo>
                  <a:pt x="2873" y="1831"/>
                </a:lnTo>
                <a:lnTo>
                  <a:pt x="2828" y="1834"/>
                </a:lnTo>
                <a:lnTo>
                  <a:pt x="2783" y="1831"/>
                </a:lnTo>
                <a:lnTo>
                  <a:pt x="2740" y="1822"/>
                </a:lnTo>
                <a:lnTo>
                  <a:pt x="2700" y="1809"/>
                </a:lnTo>
                <a:lnTo>
                  <a:pt x="2663" y="1791"/>
                </a:lnTo>
                <a:lnTo>
                  <a:pt x="2630" y="1769"/>
                </a:lnTo>
                <a:lnTo>
                  <a:pt x="2599" y="1742"/>
                </a:lnTo>
                <a:lnTo>
                  <a:pt x="2573" y="1712"/>
                </a:lnTo>
                <a:lnTo>
                  <a:pt x="2551" y="1679"/>
                </a:lnTo>
                <a:lnTo>
                  <a:pt x="2534" y="1642"/>
                </a:lnTo>
                <a:lnTo>
                  <a:pt x="2521" y="1604"/>
                </a:lnTo>
                <a:lnTo>
                  <a:pt x="2513" y="1563"/>
                </a:lnTo>
                <a:lnTo>
                  <a:pt x="2510" y="1521"/>
                </a:lnTo>
                <a:lnTo>
                  <a:pt x="2513" y="1479"/>
                </a:lnTo>
                <a:lnTo>
                  <a:pt x="2521" y="1437"/>
                </a:lnTo>
                <a:lnTo>
                  <a:pt x="2534" y="1398"/>
                </a:lnTo>
                <a:lnTo>
                  <a:pt x="2551" y="1363"/>
                </a:lnTo>
                <a:lnTo>
                  <a:pt x="2573" y="1330"/>
                </a:lnTo>
                <a:lnTo>
                  <a:pt x="2599" y="1299"/>
                </a:lnTo>
                <a:lnTo>
                  <a:pt x="2630" y="1273"/>
                </a:lnTo>
                <a:lnTo>
                  <a:pt x="2663" y="1251"/>
                </a:lnTo>
                <a:lnTo>
                  <a:pt x="2700" y="1232"/>
                </a:lnTo>
                <a:lnTo>
                  <a:pt x="2740" y="1219"/>
                </a:lnTo>
                <a:lnTo>
                  <a:pt x="2783" y="1211"/>
                </a:lnTo>
                <a:lnTo>
                  <a:pt x="2828" y="1208"/>
                </a:lnTo>
                <a:close/>
                <a:moveTo>
                  <a:pt x="2213" y="1208"/>
                </a:moveTo>
                <a:lnTo>
                  <a:pt x="2242" y="1209"/>
                </a:lnTo>
                <a:lnTo>
                  <a:pt x="2268" y="1211"/>
                </a:lnTo>
                <a:lnTo>
                  <a:pt x="2292" y="1215"/>
                </a:lnTo>
                <a:lnTo>
                  <a:pt x="2312" y="1219"/>
                </a:lnTo>
                <a:lnTo>
                  <a:pt x="2329" y="1223"/>
                </a:lnTo>
                <a:lnTo>
                  <a:pt x="2343" y="1227"/>
                </a:lnTo>
                <a:lnTo>
                  <a:pt x="2351" y="1230"/>
                </a:lnTo>
                <a:lnTo>
                  <a:pt x="2351" y="1392"/>
                </a:lnTo>
                <a:lnTo>
                  <a:pt x="2346" y="1389"/>
                </a:lnTo>
                <a:lnTo>
                  <a:pt x="2335" y="1384"/>
                </a:lnTo>
                <a:lnTo>
                  <a:pt x="2321" y="1377"/>
                </a:lnTo>
                <a:lnTo>
                  <a:pt x="2302" y="1371"/>
                </a:lnTo>
                <a:lnTo>
                  <a:pt x="2279" y="1365"/>
                </a:lnTo>
                <a:lnTo>
                  <a:pt x="2253" y="1360"/>
                </a:lnTo>
                <a:lnTo>
                  <a:pt x="2223" y="1359"/>
                </a:lnTo>
                <a:lnTo>
                  <a:pt x="2192" y="1362"/>
                </a:lnTo>
                <a:lnTo>
                  <a:pt x="2163" y="1369"/>
                </a:lnTo>
                <a:lnTo>
                  <a:pt x="2136" y="1381"/>
                </a:lnTo>
                <a:lnTo>
                  <a:pt x="2113" y="1396"/>
                </a:lnTo>
                <a:lnTo>
                  <a:pt x="2095" y="1415"/>
                </a:lnTo>
                <a:lnTo>
                  <a:pt x="2079" y="1437"/>
                </a:lnTo>
                <a:lnTo>
                  <a:pt x="2067" y="1463"/>
                </a:lnTo>
                <a:lnTo>
                  <a:pt x="2060" y="1490"/>
                </a:lnTo>
                <a:lnTo>
                  <a:pt x="2058" y="1521"/>
                </a:lnTo>
                <a:lnTo>
                  <a:pt x="2060" y="1550"/>
                </a:lnTo>
                <a:lnTo>
                  <a:pt x="2066" y="1578"/>
                </a:lnTo>
                <a:lnTo>
                  <a:pt x="2078" y="1602"/>
                </a:lnTo>
                <a:lnTo>
                  <a:pt x="2093" y="1625"/>
                </a:lnTo>
                <a:lnTo>
                  <a:pt x="2112" y="1644"/>
                </a:lnTo>
                <a:lnTo>
                  <a:pt x="2135" y="1660"/>
                </a:lnTo>
                <a:lnTo>
                  <a:pt x="2162" y="1672"/>
                </a:lnTo>
                <a:lnTo>
                  <a:pt x="2191" y="1679"/>
                </a:lnTo>
                <a:lnTo>
                  <a:pt x="2223" y="1682"/>
                </a:lnTo>
                <a:lnTo>
                  <a:pt x="2253" y="1680"/>
                </a:lnTo>
                <a:lnTo>
                  <a:pt x="2279" y="1676"/>
                </a:lnTo>
                <a:lnTo>
                  <a:pt x="2301" y="1671"/>
                </a:lnTo>
                <a:lnTo>
                  <a:pt x="2321" y="1664"/>
                </a:lnTo>
                <a:lnTo>
                  <a:pt x="2335" y="1658"/>
                </a:lnTo>
                <a:lnTo>
                  <a:pt x="2346" y="1653"/>
                </a:lnTo>
                <a:lnTo>
                  <a:pt x="2351" y="1649"/>
                </a:lnTo>
                <a:lnTo>
                  <a:pt x="2351" y="1812"/>
                </a:lnTo>
                <a:lnTo>
                  <a:pt x="2339" y="1816"/>
                </a:lnTo>
                <a:lnTo>
                  <a:pt x="2322" y="1820"/>
                </a:lnTo>
                <a:lnTo>
                  <a:pt x="2300" y="1826"/>
                </a:lnTo>
                <a:lnTo>
                  <a:pt x="2275" y="1830"/>
                </a:lnTo>
                <a:lnTo>
                  <a:pt x="2245" y="1833"/>
                </a:lnTo>
                <a:lnTo>
                  <a:pt x="2213" y="1834"/>
                </a:lnTo>
                <a:lnTo>
                  <a:pt x="2174" y="1832"/>
                </a:lnTo>
                <a:lnTo>
                  <a:pt x="2136" y="1826"/>
                </a:lnTo>
                <a:lnTo>
                  <a:pt x="2100" y="1815"/>
                </a:lnTo>
                <a:lnTo>
                  <a:pt x="2065" y="1801"/>
                </a:lnTo>
                <a:lnTo>
                  <a:pt x="2033" y="1783"/>
                </a:lnTo>
                <a:lnTo>
                  <a:pt x="2002" y="1762"/>
                </a:lnTo>
                <a:lnTo>
                  <a:pt x="1975" y="1737"/>
                </a:lnTo>
                <a:lnTo>
                  <a:pt x="1952" y="1710"/>
                </a:lnTo>
                <a:lnTo>
                  <a:pt x="1931" y="1678"/>
                </a:lnTo>
                <a:lnTo>
                  <a:pt x="1915" y="1643"/>
                </a:lnTo>
                <a:lnTo>
                  <a:pt x="1903" y="1605"/>
                </a:lnTo>
                <a:lnTo>
                  <a:pt x="1896" y="1564"/>
                </a:lnTo>
                <a:lnTo>
                  <a:pt x="1892" y="1521"/>
                </a:lnTo>
                <a:lnTo>
                  <a:pt x="1896" y="1477"/>
                </a:lnTo>
                <a:lnTo>
                  <a:pt x="1904" y="1434"/>
                </a:lnTo>
                <a:lnTo>
                  <a:pt x="1917" y="1395"/>
                </a:lnTo>
                <a:lnTo>
                  <a:pt x="1934" y="1359"/>
                </a:lnTo>
                <a:lnTo>
                  <a:pt x="1957" y="1326"/>
                </a:lnTo>
                <a:lnTo>
                  <a:pt x="1984" y="1296"/>
                </a:lnTo>
                <a:lnTo>
                  <a:pt x="2014" y="1271"/>
                </a:lnTo>
                <a:lnTo>
                  <a:pt x="2047" y="1249"/>
                </a:lnTo>
                <a:lnTo>
                  <a:pt x="2085" y="1231"/>
                </a:lnTo>
                <a:lnTo>
                  <a:pt x="2125" y="1218"/>
                </a:lnTo>
                <a:lnTo>
                  <a:pt x="2168" y="1211"/>
                </a:lnTo>
                <a:lnTo>
                  <a:pt x="2213" y="1208"/>
                </a:lnTo>
                <a:close/>
                <a:moveTo>
                  <a:pt x="630" y="1208"/>
                </a:moveTo>
                <a:lnTo>
                  <a:pt x="660" y="1209"/>
                </a:lnTo>
                <a:lnTo>
                  <a:pt x="687" y="1211"/>
                </a:lnTo>
                <a:lnTo>
                  <a:pt x="711" y="1215"/>
                </a:lnTo>
                <a:lnTo>
                  <a:pt x="731" y="1219"/>
                </a:lnTo>
                <a:lnTo>
                  <a:pt x="748" y="1223"/>
                </a:lnTo>
                <a:lnTo>
                  <a:pt x="760" y="1227"/>
                </a:lnTo>
                <a:lnTo>
                  <a:pt x="769" y="1230"/>
                </a:lnTo>
                <a:lnTo>
                  <a:pt x="769" y="1392"/>
                </a:lnTo>
                <a:lnTo>
                  <a:pt x="763" y="1389"/>
                </a:lnTo>
                <a:lnTo>
                  <a:pt x="754" y="1384"/>
                </a:lnTo>
                <a:lnTo>
                  <a:pt x="739" y="1377"/>
                </a:lnTo>
                <a:lnTo>
                  <a:pt x="721" y="1371"/>
                </a:lnTo>
                <a:lnTo>
                  <a:pt x="697" y="1365"/>
                </a:lnTo>
                <a:lnTo>
                  <a:pt x="671" y="1360"/>
                </a:lnTo>
                <a:lnTo>
                  <a:pt x="642" y="1359"/>
                </a:lnTo>
                <a:lnTo>
                  <a:pt x="611" y="1362"/>
                </a:lnTo>
                <a:lnTo>
                  <a:pt x="581" y="1369"/>
                </a:lnTo>
                <a:lnTo>
                  <a:pt x="555" y="1381"/>
                </a:lnTo>
                <a:lnTo>
                  <a:pt x="532" y="1396"/>
                </a:lnTo>
                <a:lnTo>
                  <a:pt x="513" y="1415"/>
                </a:lnTo>
                <a:lnTo>
                  <a:pt x="497" y="1437"/>
                </a:lnTo>
                <a:lnTo>
                  <a:pt x="485" y="1463"/>
                </a:lnTo>
                <a:lnTo>
                  <a:pt x="479" y="1490"/>
                </a:lnTo>
                <a:lnTo>
                  <a:pt x="475" y="1521"/>
                </a:lnTo>
                <a:lnTo>
                  <a:pt x="479" y="1550"/>
                </a:lnTo>
                <a:lnTo>
                  <a:pt x="485" y="1578"/>
                </a:lnTo>
                <a:lnTo>
                  <a:pt x="496" y="1602"/>
                </a:lnTo>
                <a:lnTo>
                  <a:pt x="512" y="1625"/>
                </a:lnTo>
                <a:lnTo>
                  <a:pt x="531" y="1644"/>
                </a:lnTo>
                <a:lnTo>
                  <a:pt x="554" y="1660"/>
                </a:lnTo>
                <a:lnTo>
                  <a:pt x="580" y="1672"/>
                </a:lnTo>
                <a:lnTo>
                  <a:pt x="610" y="1679"/>
                </a:lnTo>
                <a:lnTo>
                  <a:pt x="642" y="1682"/>
                </a:lnTo>
                <a:lnTo>
                  <a:pt x="671" y="1680"/>
                </a:lnTo>
                <a:lnTo>
                  <a:pt x="697" y="1676"/>
                </a:lnTo>
                <a:lnTo>
                  <a:pt x="719" y="1671"/>
                </a:lnTo>
                <a:lnTo>
                  <a:pt x="738" y="1664"/>
                </a:lnTo>
                <a:lnTo>
                  <a:pt x="753" y="1658"/>
                </a:lnTo>
                <a:lnTo>
                  <a:pt x="763" y="1653"/>
                </a:lnTo>
                <a:lnTo>
                  <a:pt x="769" y="1649"/>
                </a:lnTo>
                <a:lnTo>
                  <a:pt x="769" y="1812"/>
                </a:lnTo>
                <a:lnTo>
                  <a:pt x="757" y="1816"/>
                </a:lnTo>
                <a:lnTo>
                  <a:pt x="740" y="1820"/>
                </a:lnTo>
                <a:lnTo>
                  <a:pt x="718" y="1826"/>
                </a:lnTo>
                <a:lnTo>
                  <a:pt x="692" y="1830"/>
                </a:lnTo>
                <a:lnTo>
                  <a:pt x="663" y="1833"/>
                </a:lnTo>
                <a:lnTo>
                  <a:pt x="630" y="1834"/>
                </a:lnTo>
                <a:lnTo>
                  <a:pt x="592" y="1832"/>
                </a:lnTo>
                <a:lnTo>
                  <a:pt x="554" y="1826"/>
                </a:lnTo>
                <a:lnTo>
                  <a:pt x="518" y="1815"/>
                </a:lnTo>
                <a:lnTo>
                  <a:pt x="484" y="1801"/>
                </a:lnTo>
                <a:lnTo>
                  <a:pt x="451" y="1783"/>
                </a:lnTo>
                <a:lnTo>
                  <a:pt x="421" y="1762"/>
                </a:lnTo>
                <a:lnTo>
                  <a:pt x="394" y="1737"/>
                </a:lnTo>
                <a:lnTo>
                  <a:pt x="370" y="1710"/>
                </a:lnTo>
                <a:lnTo>
                  <a:pt x="350" y="1678"/>
                </a:lnTo>
                <a:lnTo>
                  <a:pt x="333" y="1643"/>
                </a:lnTo>
                <a:lnTo>
                  <a:pt x="322" y="1605"/>
                </a:lnTo>
                <a:lnTo>
                  <a:pt x="314" y="1564"/>
                </a:lnTo>
                <a:lnTo>
                  <a:pt x="311" y="1521"/>
                </a:lnTo>
                <a:lnTo>
                  <a:pt x="314" y="1477"/>
                </a:lnTo>
                <a:lnTo>
                  <a:pt x="323" y="1434"/>
                </a:lnTo>
                <a:lnTo>
                  <a:pt x="335" y="1395"/>
                </a:lnTo>
                <a:lnTo>
                  <a:pt x="353" y="1359"/>
                </a:lnTo>
                <a:lnTo>
                  <a:pt x="375" y="1326"/>
                </a:lnTo>
                <a:lnTo>
                  <a:pt x="402" y="1296"/>
                </a:lnTo>
                <a:lnTo>
                  <a:pt x="433" y="1271"/>
                </a:lnTo>
                <a:lnTo>
                  <a:pt x="466" y="1249"/>
                </a:lnTo>
                <a:lnTo>
                  <a:pt x="503" y="1231"/>
                </a:lnTo>
                <a:lnTo>
                  <a:pt x="544" y="1218"/>
                </a:lnTo>
                <a:lnTo>
                  <a:pt x="585" y="1211"/>
                </a:lnTo>
                <a:lnTo>
                  <a:pt x="630" y="1208"/>
                </a:lnTo>
                <a:close/>
                <a:moveTo>
                  <a:pt x="1556" y="1208"/>
                </a:moveTo>
                <a:lnTo>
                  <a:pt x="1583" y="1209"/>
                </a:lnTo>
                <a:lnTo>
                  <a:pt x="1610" y="1211"/>
                </a:lnTo>
                <a:lnTo>
                  <a:pt x="1634" y="1213"/>
                </a:lnTo>
                <a:lnTo>
                  <a:pt x="1656" y="1217"/>
                </a:lnTo>
                <a:lnTo>
                  <a:pt x="1675" y="1220"/>
                </a:lnTo>
                <a:lnTo>
                  <a:pt x="1689" y="1223"/>
                </a:lnTo>
                <a:lnTo>
                  <a:pt x="1699" y="1226"/>
                </a:lnTo>
                <a:lnTo>
                  <a:pt x="1704" y="1227"/>
                </a:lnTo>
                <a:lnTo>
                  <a:pt x="1704" y="1356"/>
                </a:lnTo>
                <a:lnTo>
                  <a:pt x="1700" y="1355"/>
                </a:lnTo>
                <a:lnTo>
                  <a:pt x="1691" y="1353"/>
                </a:lnTo>
                <a:lnTo>
                  <a:pt x="1679" y="1350"/>
                </a:lnTo>
                <a:lnTo>
                  <a:pt x="1663" y="1347"/>
                </a:lnTo>
                <a:lnTo>
                  <a:pt x="1645" y="1343"/>
                </a:lnTo>
                <a:lnTo>
                  <a:pt x="1625" y="1340"/>
                </a:lnTo>
                <a:lnTo>
                  <a:pt x="1605" y="1338"/>
                </a:lnTo>
                <a:lnTo>
                  <a:pt x="1586" y="1337"/>
                </a:lnTo>
                <a:lnTo>
                  <a:pt x="1557" y="1339"/>
                </a:lnTo>
                <a:lnTo>
                  <a:pt x="1534" y="1344"/>
                </a:lnTo>
                <a:lnTo>
                  <a:pt x="1515" y="1351"/>
                </a:lnTo>
                <a:lnTo>
                  <a:pt x="1502" y="1362"/>
                </a:lnTo>
                <a:lnTo>
                  <a:pt x="1494" y="1373"/>
                </a:lnTo>
                <a:lnTo>
                  <a:pt x="1491" y="1387"/>
                </a:lnTo>
                <a:lnTo>
                  <a:pt x="1494" y="1402"/>
                </a:lnTo>
                <a:lnTo>
                  <a:pt x="1501" y="1413"/>
                </a:lnTo>
                <a:lnTo>
                  <a:pt x="1511" y="1423"/>
                </a:lnTo>
                <a:lnTo>
                  <a:pt x="1523" y="1430"/>
                </a:lnTo>
                <a:lnTo>
                  <a:pt x="1536" y="1436"/>
                </a:lnTo>
                <a:lnTo>
                  <a:pt x="1549" y="1441"/>
                </a:lnTo>
                <a:lnTo>
                  <a:pt x="1560" y="1445"/>
                </a:lnTo>
                <a:lnTo>
                  <a:pt x="1602" y="1458"/>
                </a:lnTo>
                <a:lnTo>
                  <a:pt x="1634" y="1470"/>
                </a:lnTo>
                <a:lnTo>
                  <a:pt x="1661" y="1484"/>
                </a:lnTo>
                <a:lnTo>
                  <a:pt x="1684" y="1501"/>
                </a:lnTo>
                <a:lnTo>
                  <a:pt x="1703" y="1519"/>
                </a:lnTo>
                <a:lnTo>
                  <a:pt x="1719" y="1539"/>
                </a:lnTo>
                <a:lnTo>
                  <a:pt x="1731" y="1560"/>
                </a:lnTo>
                <a:lnTo>
                  <a:pt x="1740" y="1583"/>
                </a:lnTo>
                <a:lnTo>
                  <a:pt x="1745" y="1606"/>
                </a:lnTo>
                <a:lnTo>
                  <a:pt x="1746" y="1630"/>
                </a:lnTo>
                <a:lnTo>
                  <a:pt x="1744" y="1664"/>
                </a:lnTo>
                <a:lnTo>
                  <a:pt x="1737" y="1694"/>
                </a:lnTo>
                <a:lnTo>
                  <a:pt x="1727" y="1720"/>
                </a:lnTo>
                <a:lnTo>
                  <a:pt x="1712" y="1744"/>
                </a:lnTo>
                <a:lnTo>
                  <a:pt x="1696" y="1764"/>
                </a:lnTo>
                <a:lnTo>
                  <a:pt x="1676" y="1781"/>
                </a:lnTo>
                <a:lnTo>
                  <a:pt x="1654" y="1796"/>
                </a:lnTo>
                <a:lnTo>
                  <a:pt x="1630" y="1809"/>
                </a:lnTo>
                <a:lnTo>
                  <a:pt x="1604" y="1818"/>
                </a:lnTo>
                <a:lnTo>
                  <a:pt x="1578" y="1826"/>
                </a:lnTo>
                <a:lnTo>
                  <a:pt x="1551" y="1830"/>
                </a:lnTo>
                <a:lnTo>
                  <a:pt x="1524" y="1833"/>
                </a:lnTo>
                <a:lnTo>
                  <a:pt x="1498" y="1834"/>
                </a:lnTo>
                <a:lnTo>
                  <a:pt x="1467" y="1833"/>
                </a:lnTo>
                <a:lnTo>
                  <a:pt x="1439" y="1832"/>
                </a:lnTo>
                <a:lnTo>
                  <a:pt x="1412" y="1829"/>
                </a:lnTo>
                <a:lnTo>
                  <a:pt x="1388" y="1827"/>
                </a:lnTo>
                <a:lnTo>
                  <a:pt x="1368" y="1823"/>
                </a:lnTo>
                <a:lnTo>
                  <a:pt x="1351" y="1820"/>
                </a:lnTo>
                <a:lnTo>
                  <a:pt x="1339" y="1818"/>
                </a:lnTo>
                <a:lnTo>
                  <a:pt x="1334" y="1817"/>
                </a:lnTo>
                <a:lnTo>
                  <a:pt x="1334" y="1678"/>
                </a:lnTo>
                <a:lnTo>
                  <a:pt x="1343" y="1680"/>
                </a:lnTo>
                <a:lnTo>
                  <a:pt x="1356" y="1684"/>
                </a:lnTo>
                <a:lnTo>
                  <a:pt x="1375" y="1688"/>
                </a:lnTo>
                <a:lnTo>
                  <a:pt x="1397" y="1693"/>
                </a:lnTo>
                <a:lnTo>
                  <a:pt x="1422" y="1697"/>
                </a:lnTo>
                <a:lnTo>
                  <a:pt x="1448" y="1700"/>
                </a:lnTo>
                <a:lnTo>
                  <a:pt x="1477" y="1701"/>
                </a:lnTo>
                <a:lnTo>
                  <a:pt x="1507" y="1699"/>
                </a:lnTo>
                <a:lnTo>
                  <a:pt x="1531" y="1696"/>
                </a:lnTo>
                <a:lnTo>
                  <a:pt x="1552" y="1690"/>
                </a:lnTo>
                <a:lnTo>
                  <a:pt x="1568" y="1681"/>
                </a:lnTo>
                <a:lnTo>
                  <a:pt x="1578" y="1671"/>
                </a:lnTo>
                <a:lnTo>
                  <a:pt x="1585" y="1658"/>
                </a:lnTo>
                <a:lnTo>
                  <a:pt x="1587" y="1644"/>
                </a:lnTo>
                <a:lnTo>
                  <a:pt x="1585" y="1629"/>
                </a:lnTo>
                <a:lnTo>
                  <a:pt x="1578" y="1618"/>
                </a:lnTo>
                <a:lnTo>
                  <a:pt x="1567" y="1607"/>
                </a:lnTo>
                <a:lnTo>
                  <a:pt x="1553" y="1598"/>
                </a:lnTo>
                <a:lnTo>
                  <a:pt x="1537" y="1590"/>
                </a:lnTo>
                <a:lnTo>
                  <a:pt x="1520" y="1584"/>
                </a:lnTo>
                <a:lnTo>
                  <a:pt x="1509" y="1581"/>
                </a:lnTo>
                <a:lnTo>
                  <a:pt x="1498" y="1577"/>
                </a:lnTo>
                <a:lnTo>
                  <a:pt x="1487" y="1574"/>
                </a:lnTo>
                <a:lnTo>
                  <a:pt x="1462" y="1565"/>
                </a:lnTo>
                <a:lnTo>
                  <a:pt x="1439" y="1555"/>
                </a:lnTo>
                <a:lnTo>
                  <a:pt x="1416" y="1542"/>
                </a:lnTo>
                <a:lnTo>
                  <a:pt x="1396" y="1528"/>
                </a:lnTo>
                <a:lnTo>
                  <a:pt x="1378" y="1512"/>
                </a:lnTo>
                <a:lnTo>
                  <a:pt x="1363" y="1494"/>
                </a:lnTo>
                <a:lnTo>
                  <a:pt x="1350" y="1473"/>
                </a:lnTo>
                <a:lnTo>
                  <a:pt x="1341" y="1451"/>
                </a:lnTo>
                <a:lnTo>
                  <a:pt x="1334" y="1425"/>
                </a:lnTo>
                <a:lnTo>
                  <a:pt x="1332" y="1396"/>
                </a:lnTo>
                <a:lnTo>
                  <a:pt x="1334" y="1364"/>
                </a:lnTo>
                <a:lnTo>
                  <a:pt x="1342" y="1333"/>
                </a:lnTo>
                <a:lnTo>
                  <a:pt x="1354" y="1306"/>
                </a:lnTo>
                <a:lnTo>
                  <a:pt x="1371" y="1281"/>
                </a:lnTo>
                <a:lnTo>
                  <a:pt x="1392" y="1259"/>
                </a:lnTo>
                <a:lnTo>
                  <a:pt x="1417" y="1241"/>
                </a:lnTo>
                <a:lnTo>
                  <a:pt x="1446" y="1227"/>
                </a:lnTo>
                <a:lnTo>
                  <a:pt x="1479" y="1216"/>
                </a:lnTo>
                <a:lnTo>
                  <a:pt x="1515" y="1210"/>
                </a:lnTo>
                <a:lnTo>
                  <a:pt x="1556" y="1208"/>
                </a:lnTo>
                <a:close/>
                <a:moveTo>
                  <a:pt x="3381" y="493"/>
                </a:moveTo>
                <a:lnTo>
                  <a:pt x="3400" y="496"/>
                </a:lnTo>
                <a:lnTo>
                  <a:pt x="3418" y="503"/>
                </a:lnTo>
                <a:lnTo>
                  <a:pt x="3434" y="515"/>
                </a:lnTo>
                <a:lnTo>
                  <a:pt x="3446" y="531"/>
                </a:lnTo>
                <a:lnTo>
                  <a:pt x="3453" y="548"/>
                </a:lnTo>
                <a:lnTo>
                  <a:pt x="3456" y="569"/>
                </a:lnTo>
                <a:lnTo>
                  <a:pt x="3456" y="727"/>
                </a:lnTo>
                <a:lnTo>
                  <a:pt x="3453" y="748"/>
                </a:lnTo>
                <a:lnTo>
                  <a:pt x="3446" y="766"/>
                </a:lnTo>
                <a:lnTo>
                  <a:pt x="3434" y="780"/>
                </a:lnTo>
                <a:lnTo>
                  <a:pt x="3418" y="793"/>
                </a:lnTo>
                <a:lnTo>
                  <a:pt x="3400" y="801"/>
                </a:lnTo>
                <a:lnTo>
                  <a:pt x="3381" y="803"/>
                </a:lnTo>
                <a:lnTo>
                  <a:pt x="3361" y="801"/>
                </a:lnTo>
                <a:lnTo>
                  <a:pt x="3343" y="793"/>
                </a:lnTo>
                <a:lnTo>
                  <a:pt x="3328" y="780"/>
                </a:lnTo>
                <a:lnTo>
                  <a:pt x="3316" y="766"/>
                </a:lnTo>
                <a:lnTo>
                  <a:pt x="3308" y="748"/>
                </a:lnTo>
                <a:lnTo>
                  <a:pt x="3306" y="727"/>
                </a:lnTo>
                <a:lnTo>
                  <a:pt x="3306" y="569"/>
                </a:lnTo>
                <a:lnTo>
                  <a:pt x="3308" y="548"/>
                </a:lnTo>
                <a:lnTo>
                  <a:pt x="3316" y="531"/>
                </a:lnTo>
                <a:lnTo>
                  <a:pt x="3328" y="515"/>
                </a:lnTo>
                <a:lnTo>
                  <a:pt x="3343" y="503"/>
                </a:lnTo>
                <a:lnTo>
                  <a:pt x="3361" y="496"/>
                </a:lnTo>
                <a:lnTo>
                  <a:pt x="3381" y="493"/>
                </a:lnTo>
                <a:close/>
                <a:moveTo>
                  <a:pt x="1728" y="493"/>
                </a:moveTo>
                <a:lnTo>
                  <a:pt x="1748" y="496"/>
                </a:lnTo>
                <a:lnTo>
                  <a:pt x="1766" y="503"/>
                </a:lnTo>
                <a:lnTo>
                  <a:pt x="1781" y="515"/>
                </a:lnTo>
                <a:lnTo>
                  <a:pt x="1793" y="531"/>
                </a:lnTo>
                <a:lnTo>
                  <a:pt x="1800" y="548"/>
                </a:lnTo>
                <a:lnTo>
                  <a:pt x="1803" y="569"/>
                </a:lnTo>
                <a:lnTo>
                  <a:pt x="1803" y="727"/>
                </a:lnTo>
                <a:lnTo>
                  <a:pt x="1800" y="748"/>
                </a:lnTo>
                <a:lnTo>
                  <a:pt x="1793" y="766"/>
                </a:lnTo>
                <a:lnTo>
                  <a:pt x="1781" y="780"/>
                </a:lnTo>
                <a:lnTo>
                  <a:pt x="1766" y="793"/>
                </a:lnTo>
                <a:lnTo>
                  <a:pt x="1748" y="801"/>
                </a:lnTo>
                <a:lnTo>
                  <a:pt x="1728" y="803"/>
                </a:lnTo>
                <a:lnTo>
                  <a:pt x="1708" y="801"/>
                </a:lnTo>
                <a:lnTo>
                  <a:pt x="1690" y="793"/>
                </a:lnTo>
                <a:lnTo>
                  <a:pt x="1675" y="780"/>
                </a:lnTo>
                <a:lnTo>
                  <a:pt x="1663" y="766"/>
                </a:lnTo>
                <a:lnTo>
                  <a:pt x="1656" y="748"/>
                </a:lnTo>
                <a:lnTo>
                  <a:pt x="1653" y="727"/>
                </a:lnTo>
                <a:lnTo>
                  <a:pt x="1653" y="569"/>
                </a:lnTo>
                <a:lnTo>
                  <a:pt x="1656" y="548"/>
                </a:lnTo>
                <a:lnTo>
                  <a:pt x="1663" y="531"/>
                </a:lnTo>
                <a:lnTo>
                  <a:pt x="1675" y="515"/>
                </a:lnTo>
                <a:lnTo>
                  <a:pt x="1690" y="503"/>
                </a:lnTo>
                <a:lnTo>
                  <a:pt x="1708" y="496"/>
                </a:lnTo>
                <a:lnTo>
                  <a:pt x="1728" y="493"/>
                </a:lnTo>
                <a:close/>
                <a:moveTo>
                  <a:pt x="75" y="493"/>
                </a:moveTo>
                <a:lnTo>
                  <a:pt x="95" y="496"/>
                </a:lnTo>
                <a:lnTo>
                  <a:pt x="113" y="503"/>
                </a:lnTo>
                <a:lnTo>
                  <a:pt x="129" y="515"/>
                </a:lnTo>
                <a:lnTo>
                  <a:pt x="140" y="531"/>
                </a:lnTo>
                <a:lnTo>
                  <a:pt x="148" y="548"/>
                </a:lnTo>
                <a:lnTo>
                  <a:pt x="151" y="569"/>
                </a:lnTo>
                <a:lnTo>
                  <a:pt x="151" y="727"/>
                </a:lnTo>
                <a:lnTo>
                  <a:pt x="148" y="748"/>
                </a:lnTo>
                <a:lnTo>
                  <a:pt x="140" y="766"/>
                </a:lnTo>
                <a:lnTo>
                  <a:pt x="129" y="780"/>
                </a:lnTo>
                <a:lnTo>
                  <a:pt x="113" y="793"/>
                </a:lnTo>
                <a:lnTo>
                  <a:pt x="95" y="801"/>
                </a:lnTo>
                <a:lnTo>
                  <a:pt x="75" y="803"/>
                </a:lnTo>
                <a:lnTo>
                  <a:pt x="56" y="801"/>
                </a:lnTo>
                <a:lnTo>
                  <a:pt x="38" y="793"/>
                </a:lnTo>
                <a:lnTo>
                  <a:pt x="22" y="780"/>
                </a:lnTo>
                <a:lnTo>
                  <a:pt x="10" y="766"/>
                </a:lnTo>
                <a:lnTo>
                  <a:pt x="3" y="748"/>
                </a:lnTo>
                <a:lnTo>
                  <a:pt x="0" y="727"/>
                </a:lnTo>
                <a:lnTo>
                  <a:pt x="0" y="569"/>
                </a:lnTo>
                <a:lnTo>
                  <a:pt x="3" y="548"/>
                </a:lnTo>
                <a:lnTo>
                  <a:pt x="10" y="531"/>
                </a:lnTo>
                <a:lnTo>
                  <a:pt x="22" y="515"/>
                </a:lnTo>
                <a:lnTo>
                  <a:pt x="38" y="503"/>
                </a:lnTo>
                <a:lnTo>
                  <a:pt x="56" y="496"/>
                </a:lnTo>
                <a:lnTo>
                  <a:pt x="75" y="493"/>
                </a:lnTo>
                <a:close/>
                <a:moveTo>
                  <a:pt x="2968" y="285"/>
                </a:moveTo>
                <a:lnTo>
                  <a:pt x="2988" y="287"/>
                </a:lnTo>
                <a:lnTo>
                  <a:pt x="3006" y="295"/>
                </a:lnTo>
                <a:lnTo>
                  <a:pt x="3021" y="307"/>
                </a:lnTo>
                <a:lnTo>
                  <a:pt x="3033" y="322"/>
                </a:lnTo>
                <a:lnTo>
                  <a:pt x="3040" y="340"/>
                </a:lnTo>
                <a:lnTo>
                  <a:pt x="3043" y="360"/>
                </a:lnTo>
                <a:lnTo>
                  <a:pt x="3043" y="727"/>
                </a:lnTo>
                <a:lnTo>
                  <a:pt x="3040" y="748"/>
                </a:lnTo>
                <a:lnTo>
                  <a:pt x="3033" y="766"/>
                </a:lnTo>
                <a:lnTo>
                  <a:pt x="3021" y="780"/>
                </a:lnTo>
                <a:lnTo>
                  <a:pt x="3006" y="793"/>
                </a:lnTo>
                <a:lnTo>
                  <a:pt x="2988" y="801"/>
                </a:lnTo>
                <a:lnTo>
                  <a:pt x="2968" y="803"/>
                </a:lnTo>
                <a:lnTo>
                  <a:pt x="2947" y="801"/>
                </a:lnTo>
                <a:lnTo>
                  <a:pt x="2929" y="793"/>
                </a:lnTo>
                <a:lnTo>
                  <a:pt x="2915" y="780"/>
                </a:lnTo>
                <a:lnTo>
                  <a:pt x="2903" y="766"/>
                </a:lnTo>
                <a:lnTo>
                  <a:pt x="2895" y="748"/>
                </a:lnTo>
                <a:lnTo>
                  <a:pt x="2893" y="727"/>
                </a:lnTo>
                <a:lnTo>
                  <a:pt x="2893" y="360"/>
                </a:lnTo>
                <a:lnTo>
                  <a:pt x="2895" y="340"/>
                </a:lnTo>
                <a:lnTo>
                  <a:pt x="2903" y="322"/>
                </a:lnTo>
                <a:lnTo>
                  <a:pt x="2915" y="307"/>
                </a:lnTo>
                <a:lnTo>
                  <a:pt x="2929" y="295"/>
                </a:lnTo>
                <a:lnTo>
                  <a:pt x="2947" y="287"/>
                </a:lnTo>
                <a:lnTo>
                  <a:pt x="2968" y="285"/>
                </a:lnTo>
                <a:close/>
                <a:moveTo>
                  <a:pt x="2142" y="285"/>
                </a:moveTo>
                <a:lnTo>
                  <a:pt x="2162" y="287"/>
                </a:lnTo>
                <a:lnTo>
                  <a:pt x="2179" y="295"/>
                </a:lnTo>
                <a:lnTo>
                  <a:pt x="2194" y="307"/>
                </a:lnTo>
                <a:lnTo>
                  <a:pt x="2207" y="322"/>
                </a:lnTo>
                <a:lnTo>
                  <a:pt x="2214" y="340"/>
                </a:lnTo>
                <a:lnTo>
                  <a:pt x="2216" y="360"/>
                </a:lnTo>
                <a:lnTo>
                  <a:pt x="2216" y="727"/>
                </a:lnTo>
                <a:lnTo>
                  <a:pt x="2214" y="748"/>
                </a:lnTo>
                <a:lnTo>
                  <a:pt x="2207" y="766"/>
                </a:lnTo>
                <a:lnTo>
                  <a:pt x="2194" y="780"/>
                </a:lnTo>
                <a:lnTo>
                  <a:pt x="2179" y="793"/>
                </a:lnTo>
                <a:lnTo>
                  <a:pt x="2162" y="801"/>
                </a:lnTo>
                <a:lnTo>
                  <a:pt x="2142" y="803"/>
                </a:lnTo>
                <a:lnTo>
                  <a:pt x="2122" y="801"/>
                </a:lnTo>
                <a:lnTo>
                  <a:pt x="2104" y="793"/>
                </a:lnTo>
                <a:lnTo>
                  <a:pt x="2088" y="780"/>
                </a:lnTo>
                <a:lnTo>
                  <a:pt x="2077" y="766"/>
                </a:lnTo>
                <a:lnTo>
                  <a:pt x="2069" y="748"/>
                </a:lnTo>
                <a:lnTo>
                  <a:pt x="2066" y="727"/>
                </a:lnTo>
                <a:lnTo>
                  <a:pt x="2066" y="360"/>
                </a:lnTo>
                <a:lnTo>
                  <a:pt x="2069" y="340"/>
                </a:lnTo>
                <a:lnTo>
                  <a:pt x="2077" y="322"/>
                </a:lnTo>
                <a:lnTo>
                  <a:pt x="2088" y="307"/>
                </a:lnTo>
                <a:lnTo>
                  <a:pt x="2104" y="295"/>
                </a:lnTo>
                <a:lnTo>
                  <a:pt x="2122" y="287"/>
                </a:lnTo>
                <a:lnTo>
                  <a:pt x="2142" y="285"/>
                </a:lnTo>
                <a:close/>
                <a:moveTo>
                  <a:pt x="1315" y="285"/>
                </a:moveTo>
                <a:lnTo>
                  <a:pt x="1335" y="287"/>
                </a:lnTo>
                <a:lnTo>
                  <a:pt x="1353" y="295"/>
                </a:lnTo>
                <a:lnTo>
                  <a:pt x="1368" y="307"/>
                </a:lnTo>
                <a:lnTo>
                  <a:pt x="1380" y="322"/>
                </a:lnTo>
                <a:lnTo>
                  <a:pt x="1388" y="340"/>
                </a:lnTo>
                <a:lnTo>
                  <a:pt x="1390" y="360"/>
                </a:lnTo>
                <a:lnTo>
                  <a:pt x="1390" y="727"/>
                </a:lnTo>
                <a:lnTo>
                  <a:pt x="1388" y="748"/>
                </a:lnTo>
                <a:lnTo>
                  <a:pt x="1380" y="766"/>
                </a:lnTo>
                <a:lnTo>
                  <a:pt x="1368" y="780"/>
                </a:lnTo>
                <a:lnTo>
                  <a:pt x="1353" y="793"/>
                </a:lnTo>
                <a:lnTo>
                  <a:pt x="1335" y="801"/>
                </a:lnTo>
                <a:lnTo>
                  <a:pt x="1315" y="803"/>
                </a:lnTo>
                <a:lnTo>
                  <a:pt x="1295" y="801"/>
                </a:lnTo>
                <a:lnTo>
                  <a:pt x="1277" y="793"/>
                </a:lnTo>
                <a:lnTo>
                  <a:pt x="1262" y="780"/>
                </a:lnTo>
                <a:lnTo>
                  <a:pt x="1250" y="766"/>
                </a:lnTo>
                <a:lnTo>
                  <a:pt x="1242" y="748"/>
                </a:lnTo>
                <a:lnTo>
                  <a:pt x="1240" y="727"/>
                </a:lnTo>
                <a:lnTo>
                  <a:pt x="1240" y="360"/>
                </a:lnTo>
                <a:lnTo>
                  <a:pt x="1242" y="340"/>
                </a:lnTo>
                <a:lnTo>
                  <a:pt x="1250" y="322"/>
                </a:lnTo>
                <a:lnTo>
                  <a:pt x="1262" y="307"/>
                </a:lnTo>
                <a:lnTo>
                  <a:pt x="1277" y="295"/>
                </a:lnTo>
                <a:lnTo>
                  <a:pt x="1295" y="287"/>
                </a:lnTo>
                <a:lnTo>
                  <a:pt x="1315" y="285"/>
                </a:lnTo>
                <a:close/>
                <a:moveTo>
                  <a:pt x="488" y="285"/>
                </a:moveTo>
                <a:lnTo>
                  <a:pt x="508" y="287"/>
                </a:lnTo>
                <a:lnTo>
                  <a:pt x="527" y="295"/>
                </a:lnTo>
                <a:lnTo>
                  <a:pt x="541" y="307"/>
                </a:lnTo>
                <a:lnTo>
                  <a:pt x="553" y="322"/>
                </a:lnTo>
                <a:lnTo>
                  <a:pt x="561" y="340"/>
                </a:lnTo>
                <a:lnTo>
                  <a:pt x="563" y="360"/>
                </a:lnTo>
                <a:lnTo>
                  <a:pt x="563" y="727"/>
                </a:lnTo>
                <a:lnTo>
                  <a:pt x="561" y="748"/>
                </a:lnTo>
                <a:lnTo>
                  <a:pt x="553" y="766"/>
                </a:lnTo>
                <a:lnTo>
                  <a:pt x="541" y="780"/>
                </a:lnTo>
                <a:lnTo>
                  <a:pt x="527" y="793"/>
                </a:lnTo>
                <a:lnTo>
                  <a:pt x="508" y="801"/>
                </a:lnTo>
                <a:lnTo>
                  <a:pt x="488" y="803"/>
                </a:lnTo>
                <a:lnTo>
                  <a:pt x="468" y="801"/>
                </a:lnTo>
                <a:lnTo>
                  <a:pt x="450" y="793"/>
                </a:lnTo>
                <a:lnTo>
                  <a:pt x="436" y="780"/>
                </a:lnTo>
                <a:lnTo>
                  <a:pt x="423" y="766"/>
                </a:lnTo>
                <a:lnTo>
                  <a:pt x="416" y="748"/>
                </a:lnTo>
                <a:lnTo>
                  <a:pt x="414" y="727"/>
                </a:lnTo>
                <a:lnTo>
                  <a:pt x="414" y="360"/>
                </a:lnTo>
                <a:lnTo>
                  <a:pt x="416" y="340"/>
                </a:lnTo>
                <a:lnTo>
                  <a:pt x="423" y="322"/>
                </a:lnTo>
                <a:lnTo>
                  <a:pt x="436" y="307"/>
                </a:lnTo>
                <a:lnTo>
                  <a:pt x="450" y="295"/>
                </a:lnTo>
                <a:lnTo>
                  <a:pt x="468" y="287"/>
                </a:lnTo>
                <a:lnTo>
                  <a:pt x="488" y="285"/>
                </a:lnTo>
                <a:close/>
                <a:moveTo>
                  <a:pt x="2555" y="0"/>
                </a:moveTo>
                <a:lnTo>
                  <a:pt x="2575" y="2"/>
                </a:lnTo>
                <a:lnTo>
                  <a:pt x="2593" y="10"/>
                </a:lnTo>
                <a:lnTo>
                  <a:pt x="2608" y="22"/>
                </a:lnTo>
                <a:lnTo>
                  <a:pt x="2619" y="37"/>
                </a:lnTo>
                <a:lnTo>
                  <a:pt x="2628" y="55"/>
                </a:lnTo>
                <a:lnTo>
                  <a:pt x="2630" y="75"/>
                </a:lnTo>
                <a:lnTo>
                  <a:pt x="2630" y="879"/>
                </a:lnTo>
                <a:lnTo>
                  <a:pt x="2628" y="899"/>
                </a:lnTo>
                <a:lnTo>
                  <a:pt x="2619" y="917"/>
                </a:lnTo>
                <a:lnTo>
                  <a:pt x="2608" y="931"/>
                </a:lnTo>
                <a:lnTo>
                  <a:pt x="2593" y="944"/>
                </a:lnTo>
                <a:lnTo>
                  <a:pt x="2575" y="951"/>
                </a:lnTo>
                <a:lnTo>
                  <a:pt x="2555" y="953"/>
                </a:lnTo>
                <a:lnTo>
                  <a:pt x="2535" y="951"/>
                </a:lnTo>
                <a:lnTo>
                  <a:pt x="2517" y="944"/>
                </a:lnTo>
                <a:lnTo>
                  <a:pt x="2502" y="931"/>
                </a:lnTo>
                <a:lnTo>
                  <a:pt x="2490" y="917"/>
                </a:lnTo>
                <a:lnTo>
                  <a:pt x="2483" y="899"/>
                </a:lnTo>
                <a:lnTo>
                  <a:pt x="2480" y="879"/>
                </a:lnTo>
                <a:lnTo>
                  <a:pt x="2480" y="75"/>
                </a:lnTo>
                <a:lnTo>
                  <a:pt x="2483" y="55"/>
                </a:lnTo>
                <a:lnTo>
                  <a:pt x="2490" y="37"/>
                </a:lnTo>
                <a:lnTo>
                  <a:pt x="2502" y="22"/>
                </a:lnTo>
                <a:lnTo>
                  <a:pt x="2517" y="10"/>
                </a:lnTo>
                <a:lnTo>
                  <a:pt x="2535" y="2"/>
                </a:lnTo>
                <a:lnTo>
                  <a:pt x="2555" y="0"/>
                </a:lnTo>
                <a:close/>
                <a:moveTo>
                  <a:pt x="902" y="0"/>
                </a:moveTo>
                <a:lnTo>
                  <a:pt x="922" y="2"/>
                </a:lnTo>
                <a:lnTo>
                  <a:pt x="939" y="10"/>
                </a:lnTo>
                <a:lnTo>
                  <a:pt x="955" y="22"/>
                </a:lnTo>
                <a:lnTo>
                  <a:pt x="967" y="37"/>
                </a:lnTo>
                <a:lnTo>
                  <a:pt x="974" y="55"/>
                </a:lnTo>
                <a:lnTo>
                  <a:pt x="977" y="75"/>
                </a:lnTo>
                <a:lnTo>
                  <a:pt x="977" y="879"/>
                </a:lnTo>
                <a:lnTo>
                  <a:pt x="974" y="899"/>
                </a:lnTo>
                <a:lnTo>
                  <a:pt x="967" y="917"/>
                </a:lnTo>
                <a:lnTo>
                  <a:pt x="955" y="931"/>
                </a:lnTo>
                <a:lnTo>
                  <a:pt x="939" y="944"/>
                </a:lnTo>
                <a:lnTo>
                  <a:pt x="922" y="951"/>
                </a:lnTo>
                <a:lnTo>
                  <a:pt x="902" y="953"/>
                </a:lnTo>
                <a:lnTo>
                  <a:pt x="882" y="951"/>
                </a:lnTo>
                <a:lnTo>
                  <a:pt x="864" y="944"/>
                </a:lnTo>
                <a:lnTo>
                  <a:pt x="848" y="931"/>
                </a:lnTo>
                <a:lnTo>
                  <a:pt x="837" y="917"/>
                </a:lnTo>
                <a:lnTo>
                  <a:pt x="829" y="899"/>
                </a:lnTo>
                <a:lnTo>
                  <a:pt x="826" y="879"/>
                </a:lnTo>
                <a:lnTo>
                  <a:pt x="826" y="75"/>
                </a:lnTo>
                <a:lnTo>
                  <a:pt x="829" y="55"/>
                </a:lnTo>
                <a:lnTo>
                  <a:pt x="837" y="37"/>
                </a:lnTo>
                <a:lnTo>
                  <a:pt x="848" y="22"/>
                </a:lnTo>
                <a:lnTo>
                  <a:pt x="864" y="10"/>
                </a:lnTo>
                <a:lnTo>
                  <a:pt x="882" y="2"/>
                </a:lnTo>
                <a:lnTo>
                  <a:pt x="90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71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Thin" charset="0"/>
              </a:defRPr>
            </a:lvl1pPr>
          </a:lstStyle>
          <a:p>
            <a:r>
              <a:rPr lang="en-GB"/>
              <a:t>Section Title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2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gu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tx2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r>
              <a:rPr lang="en-GB"/>
              <a:t>Section Title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98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2"/>
              </a:solidFill>
            </a:endParaRP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24417" y="5221411"/>
            <a:ext cx="10389144" cy="465808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marL="0" indent="0" algn="l" defTabSz="804747">
              <a:lnSpc>
                <a:spcPct val="100000"/>
              </a:lnSpc>
              <a:spcBef>
                <a:spcPct val="50000"/>
              </a:spcBef>
              <a:buNone/>
              <a:defRPr sz="2933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83897" y="2054069"/>
            <a:ext cx="10629664" cy="3038449"/>
          </a:xfrm>
          <a:prstGeom prst="rect">
            <a:avLst/>
          </a:prstGeom>
        </p:spPr>
        <p:txBody>
          <a:bodyPr>
            <a:noAutofit/>
          </a:bodyPr>
          <a:lstStyle>
            <a:lvl1pPr marL="244794" indent="-533277" algn="l">
              <a:lnSpc>
                <a:spcPct val="90000"/>
              </a:lnSpc>
              <a:defRPr sz="5333" b="0" i="1" spc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Meiryo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9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2"/>
              </a:solidFill>
            </a:endParaRP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24417" y="5221411"/>
            <a:ext cx="10389144" cy="465808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marL="0" indent="0" algn="l" defTabSz="804747">
              <a:lnSpc>
                <a:spcPct val="100000"/>
              </a:lnSpc>
              <a:spcBef>
                <a:spcPct val="50000"/>
              </a:spcBef>
              <a:buNone/>
              <a:defRPr sz="2933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83897" y="2054069"/>
            <a:ext cx="10629664" cy="3038449"/>
          </a:xfrm>
          <a:prstGeom prst="rect">
            <a:avLst/>
          </a:prstGeom>
        </p:spPr>
        <p:txBody>
          <a:bodyPr>
            <a:noAutofit/>
          </a:bodyPr>
          <a:lstStyle>
            <a:lvl1pPr marL="244794" indent="-533277" algn="l">
              <a:lnSpc>
                <a:spcPct val="90000"/>
              </a:lnSpc>
              <a:defRPr sz="5333" b="0" i="1" spc="0" baseline="0">
                <a:solidFill>
                  <a:schemeClr val="tx2"/>
                </a:solidFill>
                <a:latin typeface="+mj-ea"/>
                <a:ea typeface="+mj-ea"/>
                <a:cs typeface="Meiryo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9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1"/>
                </a:solidFill>
                <a:latin typeface="+mj-lt"/>
                <a:cs typeface="CiscoSans ExtraLight"/>
              </a:defRPr>
            </a:lvl1pPr>
          </a:lstStyle>
          <a:p>
            <a:pPr lvl="0"/>
            <a:r>
              <a:rPr lang="ja-JP" altLang="en-US" noProof="0"/>
              <a:t>プレースホルダーまでドラッグするかアイコンをクリックして図を追加</a:t>
            </a:r>
            <a:endParaRPr lang="en-US" noProof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666751" y="5222857"/>
            <a:ext cx="10852149" cy="684803"/>
          </a:xfrm>
          <a:prstGeom prst="rect">
            <a:avLst/>
          </a:prstGeom>
          <a:noFill/>
        </p:spPr>
        <p:txBody>
          <a:bodyPr wrap="square" lIns="182880" tIns="91440" rIns="182880" bIns="91440" numCol="1" anchor="ctr" anchorCtr="0" compatLnSpc="1">
            <a:prstTxWarp prst="textNoShape">
              <a:avLst/>
            </a:prstTxWarp>
            <a:spAutoFit/>
          </a:bodyPr>
          <a:lstStyle>
            <a:lvl1pPr marL="0" indent="0" algn="ctr">
              <a:lnSpc>
                <a:spcPts val="3867"/>
              </a:lnSpc>
              <a:spcBef>
                <a:spcPts val="0"/>
              </a:spcBef>
              <a:buNone/>
              <a:defRPr sz="3200" i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516946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Photo With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" y="2"/>
            <a:ext cx="12401551" cy="3790949"/>
          </a:xfrm>
          <a:prstGeom prst="rect">
            <a:avLst/>
          </a:prstGeom>
          <a:solidFill>
            <a:schemeClr val="bg2"/>
          </a:solidFill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</a:lstStyle>
          <a:p>
            <a:pPr lvl="0"/>
            <a:r>
              <a:rPr lang="ja-JP" altLang="en-US" noProof="0"/>
              <a:t>プレースホルダーまでドラッグするかアイコンをクリックして図を追加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598380" y="4072691"/>
            <a:ext cx="11152315" cy="716158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0" indent="0">
              <a:buNone/>
              <a:defRPr sz="4267" baseline="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23781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6464" cy="6858000"/>
          </a:xfrm>
          <a:prstGeom prst="rect">
            <a:avLst/>
          </a:prstGeom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</a:lstStyle>
          <a:p>
            <a:pPr lvl="0"/>
            <a:r>
              <a:rPr lang="ja-JP" altLang="en-US" noProof="0"/>
              <a:t>プレースホルダーまでドラッグするかアイコンをクリックして図を追加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90614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ull bleed pho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24267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latin typeface="+mj-lt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ltGray">
          <a:xfrm>
            <a:off x="636906" y="6322204"/>
            <a:ext cx="462238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10683" y="320842"/>
            <a:ext cx="11307184" cy="5688861"/>
          </a:xfrm>
          <a:prstGeom prst="rect">
            <a:avLst/>
          </a:prstGeom>
          <a:solidFill>
            <a:schemeClr val="bg2"/>
          </a:solidFill>
        </p:spPr>
        <p:txBody>
          <a:bodyPr vert="horz" lIns="91424" tIns="45712" rIns="91424" bIns="45712"/>
          <a:lstStyle>
            <a:lvl1pPr marL="0" indent="0" algn="ctr">
              <a:buNone/>
              <a:defRPr sz="2000" baseline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</a:lstStyle>
          <a:p>
            <a:pPr lvl="0"/>
            <a:r>
              <a:rPr lang="ja-JP" altLang="en-US" noProof="0"/>
              <a:t>プレースホルダーまでドラッグするかアイコンをクリックして図を追加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81359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1602317"/>
            <a:ext cx="11036459" cy="4519083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92" indent="-228594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80000"/>
              <a:buFont typeface="Arial"/>
              <a:buChar char="•"/>
              <a:defRPr sz="2667" b="0" i="0">
                <a:solidFill>
                  <a:schemeClr val="tx1"/>
                </a:solidFill>
                <a:latin typeface="+mn-ea"/>
                <a:ea typeface="+mn-ea"/>
                <a:cs typeface="CiscoSansTT Thin" charset="0"/>
              </a:defRPr>
            </a:lvl1pPr>
            <a:lvl2pPr marL="609585" indent="-220128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Char char="•"/>
              <a:defRPr sz="2400" b="0" i="0">
                <a:solidFill>
                  <a:schemeClr val="tx1"/>
                </a:solidFill>
                <a:latin typeface="+mn-ea"/>
                <a:ea typeface="+mn-ea"/>
                <a:cs typeface="CiscoSansTT Thin" charset="0"/>
              </a:defRPr>
            </a:lvl2pPr>
            <a:lvl3pPr marL="914377" indent="-146047">
              <a:buClr>
                <a:schemeClr val="tx1"/>
              </a:buClr>
              <a:buSzPct val="80000"/>
              <a:buFont typeface="Arial"/>
              <a:buChar char="•"/>
              <a:defRPr sz="2133" b="0" i="0">
                <a:solidFill>
                  <a:schemeClr val="tx1"/>
                </a:solidFill>
                <a:latin typeface="+mn-ea"/>
                <a:ea typeface="+mn-ea"/>
                <a:cs typeface="CiscoSansTT Thin" charset="0"/>
              </a:defRPr>
            </a:lvl3pPr>
            <a:lvl4pPr marL="1214683" indent="-228548">
              <a:buClr>
                <a:schemeClr val="tx1"/>
              </a:buClr>
              <a:buSzPct val="80000"/>
              <a:buFont typeface="Arial"/>
              <a:buChar char="•"/>
              <a:defRPr sz="1867" b="0" i="0">
                <a:solidFill>
                  <a:schemeClr val="tx1"/>
                </a:solidFill>
                <a:latin typeface="+mn-ea"/>
                <a:ea typeface="+mn-ea"/>
                <a:cs typeface="CiscoSansTT Thin" charset="0"/>
              </a:defRPr>
            </a:lvl4pPr>
            <a:lvl5pPr marL="1443231" indent="-224314">
              <a:buClr>
                <a:schemeClr val="tx1"/>
              </a:buClr>
              <a:buSzPct val="80000"/>
              <a:buFont typeface="Arial"/>
              <a:buChar char="•"/>
              <a:defRPr sz="1600" b="0" i="0">
                <a:solidFill>
                  <a:schemeClr val="tx1"/>
                </a:solidFill>
                <a:latin typeface="+mn-ea"/>
                <a:ea typeface="+mn-ea"/>
                <a:cs typeface="CiscoSansTT Thin" charset="0"/>
              </a:defRPr>
            </a:lvl5pPr>
          </a:lstStyle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549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11199" y="1607864"/>
            <a:ext cx="5181600" cy="4110792"/>
          </a:xfrm>
          <a:prstGeom prst="rect">
            <a:avLst/>
          </a:prstGeom>
        </p:spPr>
        <p:txBody>
          <a:bodyPr lIns="0" tIns="45710" rIns="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60000"/>
              <a:buFont typeface="Arial"/>
              <a:buChar char="•"/>
              <a:defRPr sz="26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60000"/>
              <a:buFont typeface="Arial"/>
              <a:buChar char="•"/>
              <a:defRPr sz="2400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2pPr>
            <a:lvl3pPr marL="537620" indent="-152396">
              <a:buClr>
                <a:schemeClr val="tx1"/>
              </a:buClr>
              <a:buSzPct val="60000"/>
              <a:buFont typeface="Arial"/>
              <a:buChar char="•"/>
              <a:defRPr sz="2133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3pPr>
            <a:lvl4pPr marL="690016" indent="-152396">
              <a:buClr>
                <a:schemeClr val="tx1"/>
              </a:buClr>
              <a:buSzPct val="60000"/>
              <a:buFont typeface="Arial"/>
              <a:buChar char="•"/>
              <a:defRPr sz="18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4pPr>
            <a:lvl5pPr marL="842412" indent="-152396">
              <a:buClr>
                <a:schemeClr val="tx1"/>
              </a:buClr>
              <a:buSzPct val="60000"/>
              <a:buFont typeface="Arial"/>
              <a:buChar char="•"/>
              <a:defRPr sz="1600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341155" y="1607864"/>
            <a:ext cx="5181600" cy="4110792"/>
          </a:xfrm>
          <a:prstGeom prst="rect">
            <a:avLst/>
          </a:prstGeom>
        </p:spPr>
        <p:txBody>
          <a:bodyPr lIns="0" tIns="45710" rIns="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60000"/>
              <a:buFont typeface="Arial"/>
              <a:buChar char="•"/>
              <a:defRPr sz="2667" b="0" i="0" baseline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60000"/>
              <a:buFont typeface="Arial"/>
              <a:buChar char="•"/>
              <a:defRPr sz="2400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2pPr>
            <a:lvl3pPr marL="537620" indent="-152396">
              <a:buClr>
                <a:schemeClr val="tx1"/>
              </a:buClr>
              <a:buSzPct val="60000"/>
              <a:buFont typeface="Arial"/>
              <a:buChar char="•"/>
              <a:defRPr sz="2133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3pPr>
            <a:lvl4pPr marL="690016" indent="-152396">
              <a:buClr>
                <a:schemeClr val="tx1"/>
              </a:buClr>
              <a:buSzPct val="60000"/>
              <a:buFont typeface="Arial"/>
              <a:buChar char="•"/>
              <a:defRPr sz="18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4pPr>
            <a:lvl5pPr marL="842412" indent="-152396">
              <a:buClr>
                <a:schemeClr val="tx1"/>
              </a:buClr>
              <a:buSzPct val="60000"/>
              <a:buFont typeface="Arial"/>
              <a:buChar char="•"/>
              <a:defRPr sz="1600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576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84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806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ble Placeholder 11"/>
          <p:cNvSpPr>
            <a:spLocks noGrp="1"/>
          </p:cNvSpPr>
          <p:nvPr>
            <p:ph type="tbl" sz="quarter" idx="12"/>
          </p:nvPr>
        </p:nvSpPr>
        <p:spPr>
          <a:xfrm>
            <a:off x="711200" y="1797051"/>
            <a:ext cx="10820400" cy="3544971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667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ja-JP" altLang="en-US" noProof="0"/>
              <a:t>アイコンをクリックして表を追加</a:t>
            </a:r>
            <a:endParaRPr lang="en-GB" noProof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83690" y="5530961"/>
            <a:ext cx="9573749" cy="434977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algn="l" defTabSz="804747">
              <a:lnSpc>
                <a:spcPct val="100000"/>
              </a:lnSpc>
              <a:spcBef>
                <a:spcPct val="50000"/>
              </a:spcBef>
              <a:buNone/>
              <a:defRPr sz="18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936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2"/>
          <p:cNvSpPr>
            <a:spLocks noGrp="1"/>
          </p:cNvSpPr>
          <p:nvPr>
            <p:ph type="chart" sz="quarter" idx="10"/>
          </p:nvPr>
        </p:nvSpPr>
        <p:spPr>
          <a:xfrm>
            <a:off x="711200" y="1602318"/>
            <a:ext cx="10820400" cy="3744383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6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</a:lstStyle>
          <a:p>
            <a:pPr lvl="0"/>
            <a:r>
              <a:rPr lang="ja-JP" altLang="en-US" noProof="0"/>
              <a:t>アイコンをクリックしてグラフを追加</a:t>
            </a:r>
            <a:endParaRPr lang="en-US" noProof="0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83690" y="5530961"/>
            <a:ext cx="9573749" cy="434977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algn="l" defTabSz="804747">
              <a:lnSpc>
                <a:spcPct val="100000"/>
              </a:lnSpc>
              <a:spcBef>
                <a:spcPct val="50000"/>
              </a:spcBef>
              <a:buNone/>
              <a:defRPr sz="18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714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32883" y="1797051"/>
            <a:ext cx="11040076" cy="4098595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80910" marR="0" indent="-380910" algn="ctr" defTabSz="60945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667" b="0" i="0" baseline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52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alf_Pa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bg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2220243"/>
            <a:ext cx="4882699" cy="390115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60000"/>
              <a:buFont typeface="Arial"/>
              <a:buChar char="•"/>
              <a:defRPr sz="2667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60000"/>
              <a:buFont typeface="Arial"/>
              <a:buChar char="•"/>
              <a:defRPr sz="2400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2pPr>
            <a:lvl3pPr marL="537620" indent="-152396">
              <a:buClr>
                <a:schemeClr val="tx2"/>
              </a:buClr>
              <a:buSzPct val="60000"/>
              <a:buFont typeface="Arial"/>
              <a:buChar char="•"/>
              <a:defRPr sz="2133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3pPr>
            <a:lvl4pPr marL="690016" indent="-152396">
              <a:buClr>
                <a:schemeClr val="tx2"/>
              </a:buClr>
              <a:buSzPct val="60000"/>
              <a:buFont typeface="Arial"/>
              <a:buChar char="•"/>
              <a:defRPr sz="1867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4pPr>
            <a:lvl5pPr marL="842412" indent="-152396">
              <a:buClr>
                <a:schemeClr val="tx2"/>
              </a:buClr>
              <a:buSzPct val="60000"/>
              <a:buFont typeface="Arial"/>
              <a:buChar char="•"/>
              <a:defRPr sz="1600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5pPr>
          </a:lstStyle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455085"/>
            <a:ext cx="4915412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42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4"/>
            <a:ext cx="4757856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17581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259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Half_Pa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latin typeface="+mj-lt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58801" y="2209800"/>
            <a:ext cx="5103284" cy="2438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96618" y="709083"/>
            <a:ext cx="4734983" cy="5412316"/>
          </a:xfrm>
          <a:prstGeom prst="rect">
            <a:avLst/>
          </a:prstGeom>
        </p:spPr>
        <p:txBody>
          <a:bodyPr lIns="0" rIns="0" anchor="ctr" anchorCtr="0"/>
          <a:lstStyle>
            <a:lvl1pPr marL="226478" indent="-226478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tabLst>
                <a:tab pos="304792" algn="l"/>
              </a:tabLst>
              <a:defRPr sz="3200">
                <a:latin typeface="+mn-ea"/>
                <a:ea typeface="+mn-ea"/>
              </a:defRPr>
            </a:lvl1pPr>
            <a:lvl2pPr marL="461422" indent="-228594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3200">
                <a:latin typeface="+mn-ea"/>
                <a:ea typeface="+mn-ea"/>
              </a:defRPr>
            </a:lvl2pPr>
            <a:lvl3pPr marL="609585" indent="-156629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2667">
                <a:latin typeface="+mn-ea"/>
                <a:ea typeface="+mn-ea"/>
              </a:defRPr>
            </a:lvl3pPr>
            <a:lvl4pPr marL="766214" indent="-156629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tabLst/>
              <a:defRPr sz="2400">
                <a:latin typeface="+mn-ea"/>
                <a:ea typeface="+mn-ea"/>
              </a:defRPr>
            </a:lvl4pPr>
            <a:lvl5pPr marL="992693" indent="-150280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ltGray">
          <a:xfrm>
            <a:off x="636906" y="6322204"/>
            <a:ext cx="462238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32725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Half_Page_Text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680720"/>
            <a:ext cx="5078396" cy="87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96618" y="680720"/>
            <a:ext cx="4734983" cy="5440680"/>
          </a:xfrm>
          <a:prstGeom prst="rect">
            <a:avLst/>
          </a:prstGeom>
        </p:spPr>
        <p:txBody>
          <a:bodyPr lIns="0" rIns="0"/>
          <a:lstStyle>
            <a:lvl1pPr marL="152396" indent="-152396">
              <a:lnSpc>
                <a:spcPct val="100000"/>
              </a:lnSpc>
              <a:buClr>
                <a:schemeClr val="tx1"/>
              </a:buClr>
              <a:buSzPct val="60000"/>
              <a:defRPr sz="2667">
                <a:latin typeface="+mn-ea"/>
                <a:ea typeface="+mn-ea"/>
              </a:defRPr>
            </a:lvl1pPr>
            <a:lvl2pPr marL="304792" indent="-152396">
              <a:lnSpc>
                <a:spcPct val="100000"/>
              </a:lnSpc>
              <a:buClr>
                <a:schemeClr val="tx1"/>
              </a:buClr>
              <a:buSzPct val="60000"/>
              <a:defRPr sz="2667">
                <a:latin typeface="+mn-ea"/>
                <a:ea typeface="+mn-ea"/>
              </a:defRPr>
            </a:lvl2pPr>
            <a:lvl3pPr marL="457189" indent="-152396">
              <a:lnSpc>
                <a:spcPct val="100000"/>
              </a:lnSpc>
              <a:buClr>
                <a:schemeClr val="tx1"/>
              </a:buClr>
              <a:buSzPct val="60000"/>
              <a:defRPr sz="2400">
                <a:latin typeface="+mn-ea"/>
                <a:ea typeface="+mn-ea"/>
              </a:defRPr>
            </a:lvl3pPr>
            <a:lvl4pPr marL="609585" indent="-165096">
              <a:lnSpc>
                <a:spcPct val="100000"/>
              </a:lnSpc>
              <a:buClr>
                <a:schemeClr val="tx1"/>
              </a:buClr>
              <a:buSzPct val="60000"/>
              <a:defRPr sz="2133">
                <a:latin typeface="+mn-ea"/>
                <a:ea typeface="+mn-ea"/>
              </a:defRPr>
            </a:lvl4pPr>
            <a:lvl5pPr marL="766214" indent="-156629">
              <a:lnSpc>
                <a:spcPct val="100000"/>
              </a:lnSpc>
              <a:buClr>
                <a:schemeClr val="tx1"/>
              </a:buClr>
              <a:buSzPct val="60000"/>
              <a:defRPr sz="2133"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83689" y="2213123"/>
            <a:ext cx="5078396" cy="3908277"/>
          </a:xfrm>
          <a:prstGeom prst="rect">
            <a:avLst/>
          </a:prstGeom>
        </p:spPr>
        <p:txBody>
          <a:bodyPr/>
          <a:lstStyle>
            <a:lvl1pPr marL="152396" indent="-152396">
              <a:buClr>
                <a:schemeClr val="tx2"/>
              </a:buClr>
              <a:buSzPct val="60000"/>
              <a:defRPr lang="en-US" sz="2667" kern="12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"/>
              </a:defRPr>
            </a:lvl1pPr>
            <a:lvl2pPr marL="304792" indent="-152396">
              <a:buClr>
                <a:schemeClr val="tx2"/>
              </a:buClr>
              <a:buSzPct val="60000"/>
              <a:defRPr sz="2667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2pPr>
            <a:lvl3pPr marL="457189" indent="-152396">
              <a:buClr>
                <a:schemeClr val="tx2"/>
              </a:buClr>
              <a:buSzPct val="60000"/>
              <a:defRPr sz="240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3pPr>
            <a:lvl4pPr marL="609585" indent="-165096">
              <a:buClr>
                <a:schemeClr val="tx2"/>
              </a:buClr>
              <a:buSzPct val="60000"/>
              <a:defRPr sz="2133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4pPr>
            <a:lvl5pPr marL="766214" indent="-156629">
              <a:buClr>
                <a:schemeClr val="tx2"/>
              </a:buClr>
              <a:buSzPct val="60000"/>
              <a:defRPr sz="2133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47895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23054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267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Half_Page_Picture_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786034" y="709084"/>
            <a:ext cx="4745567" cy="448646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786034" y="5416468"/>
            <a:ext cx="4745567" cy="7001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67">
                <a:latin typeface="+mn-ea"/>
                <a:ea typeface="+mn-ea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636906" y="6322205"/>
            <a:ext cx="3817557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53919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Half_Pag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tx2"/>
              </a:solidFill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786034" y="709084"/>
            <a:ext cx="4745567" cy="541231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351456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21395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Half_Page_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bg1"/>
              </a:solidFill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392911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58804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Half_Page_Picture_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106790" y="0"/>
            <a:ext cx="608520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399267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813565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Half_Pag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latin typeface="+mn-ea"/>
              <a:ea typeface="+mn-ea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6786034" y="670984"/>
            <a:ext cx="4745567" cy="54504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アイコンをクリックしてグラフを追加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239895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15472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Half_Page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0"/>
          </p:nvPr>
        </p:nvSpPr>
        <p:spPr>
          <a:xfrm>
            <a:off x="6786034" y="670984"/>
            <a:ext cx="4745567" cy="54504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アイコンをクリックして表を追加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4"/>
            <a:ext cx="454270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87285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Freeform 6"/>
          <p:cNvSpPr>
            <a:spLocks noChangeAspect="1" noEditPoints="1"/>
          </p:cNvSpPr>
          <p:nvPr/>
        </p:nvSpPr>
        <p:spPr bwMode="auto">
          <a:xfrm>
            <a:off x="5017326" y="2838769"/>
            <a:ext cx="2157349" cy="1146095"/>
          </a:xfrm>
          <a:custGeom>
            <a:avLst/>
            <a:gdLst>
              <a:gd name="T0" fmla="*/ 2671 w 3456"/>
              <a:gd name="T1" fmla="*/ 1521 h 1834"/>
              <a:gd name="T2" fmla="*/ 2857 w 3456"/>
              <a:gd name="T3" fmla="*/ 1677 h 1834"/>
              <a:gd name="T4" fmla="*/ 2975 w 3456"/>
              <a:gd name="T5" fmla="*/ 1465 h 1834"/>
              <a:gd name="T6" fmla="*/ 1129 w 3456"/>
              <a:gd name="T7" fmla="*/ 1823 h 1834"/>
              <a:gd name="T8" fmla="*/ 3082 w 3456"/>
              <a:gd name="T9" fmla="*/ 1330 h 1834"/>
              <a:gd name="T10" fmla="*/ 3082 w 3456"/>
              <a:gd name="T11" fmla="*/ 1712 h 1834"/>
              <a:gd name="T12" fmla="*/ 2700 w 3456"/>
              <a:gd name="T13" fmla="*/ 1809 h 1834"/>
              <a:gd name="T14" fmla="*/ 2513 w 3456"/>
              <a:gd name="T15" fmla="*/ 1479 h 1834"/>
              <a:gd name="T16" fmla="*/ 2783 w 3456"/>
              <a:gd name="T17" fmla="*/ 1211 h 1834"/>
              <a:gd name="T18" fmla="*/ 2351 w 3456"/>
              <a:gd name="T19" fmla="*/ 1392 h 1834"/>
              <a:gd name="T20" fmla="*/ 2136 w 3456"/>
              <a:gd name="T21" fmla="*/ 1381 h 1834"/>
              <a:gd name="T22" fmla="*/ 2093 w 3456"/>
              <a:gd name="T23" fmla="*/ 1625 h 1834"/>
              <a:gd name="T24" fmla="*/ 2335 w 3456"/>
              <a:gd name="T25" fmla="*/ 1658 h 1834"/>
              <a:gd name="T26" fmla="*/ 2174 w 3456"/>
              <a:gd name="T27" fmla="*/ 1832 h 1834"/>
              <a:gd name="T28" fmla="*/ 1903 w 3456"/>
              <a:gd name="T29" fmla="*/ 1605 h 1834"/>
              <a:gd name="T30" fmla="*/ 2047 w 3456"/>
              <a:gd name="T31" fmla="*/ 1249 h 1834"/>
              <a:gd name="T32" fmla="*/ 748 w 3456"/>
              <a:gd name="T33" fmla="*/ 1223 h 1834"/>
              <a:gd name="T34" fmla="*/ 642 w 3456"/>
              <a:gd name="T35" fmla="*/ 1359 h 1834"/>
              <a:gd name="T36" fmla="*/ 479 w 3456"/>
              <a:gd name="T37" fmla="*/ 1550 h 1834"/>
              <a:gd name="T38" fmla="*/ 697 w 3456"/>
              <a:gd name="T39" fmla="*/ 1676 h 1834"/>
              <a:gd name="T40" fmla="*/ 692 w 3456"/>
              <a:gd name="T41" fmla="*/ 1830 h 1834"/>
              <a:gd name="T42" fmla="*/ 370 w 3456"/>
              <a:gd name="T43" fmla="*/ 1710 h 1834"/>
              <a:gd name="T44" fmla="*/ 375 w 3456"/>
              <a:gd name="T45" fmla="*/ 1326 h 1834"/>
              <a:gd name="T46" fmla="*/ 1610 w 3456"/>
              <a:gd name="T47" fmla="*/ 1211 h 1834"/>
              <a:gd name="T48" fmla="*/ 1679 w 3456"/>
              <a:gd name="T49" fmla="*/ 1350 h 1834"/>
              <a:gd name="T50" fmla="*/ 1494 w 3456"/>
              <a:gd name="T51" fmla="*/ 1373 h 1834"/>
              <a:gd name="T52" fmla="*/ 1634 w 3456"/>
              <a:gd name="T53" fmla="*/ 1470 h 1834"/>
              <a:gd name="T54" fmla="*/ 1737 w 3456"/>
              <a:gd name="T55" fmla="*/ 1694 h 1834"/>
              <a:gd name="T56" fmla="*/ 1524 w 3456"/>
              <a:gd name="T57" fmla="*/ 1833 h 1834"/>
              <a:gd name="T58" fmla="*/ 1334 w 3456"/>
              <a:gd name="T59" fmla="*/ 1678 h 1834"/>
              <a:gd name="T60" fmla="*/ 1552 w 3456"/>
              <a:gd name="T61" fmla="*/ 1690 h 1834"/>
              <a:gd name="T62" fmla="*/ 1520 w 3456"/>
              <a:gd name="T63" fmla="*/ 1584 h 1834"/>
              <a:gd name="T64" fmla="*/ 1350 w 3456"/>
              <a:gd name="T65" fmla="*/ 1473 h 1834"/>
              <a:gd name="T66" fmla="*/ 1446 w 3456"/>
              <a:gd name="T67" fmla="*/ 1227 h 1834"/>
              <a:gd name="T68" fmla="*/ 3456 w 3456"/>
              <a:gd name="T69" fmla="*/ 569 h 1834"/>
              <a:gd name="T70" fmla="*/ 3328 w 3456"/>
              <a:gd name="T71" fmla="*/ 780 h 1834"/>
              <a:gd name="T72" fmla="*/ 3381 w 3456"/>
              <a:gd name="T73" fmla="*/ 493 h 1834"/>
              <a:gd name="T74" fmla="*/ 1793 w 3456"/>
              <a:gd name="T75" fmla="*/ 766 h 1834"/>
              <a:gd name="T76" fmla="*/ 1653 w 3456"/>
              <a:gd name="T77" fmla="*/ 727 h 1834"/>
              <a:gd name="T78" fmla="*/ 113 w 3456"/>
              <a:gd name="T79" fmla="*/ 503 h 1834"/>
              <a:gd name="T80" fmla="*/ 95 w 3456"/>
              <a:gd name="T81" fmla="*/ 801 h 1834"/>
              <a:gd name="T82" fmla="*/ 10 w 3456"/>
              <a:gd name="T83" fmla="*/ 531 h 1834"/>
              <a:gd name="T84" fmla="*/ 3040 w 3456"/>
              <a:gd name="T85" fmla="*/ 340 h 1834"/>
              <a:gd name="T86" fmla="*/ 2929 w 3456"/>
              <a:gd name="T87" fmla="*/ 793 h 1834"/>
              <a:gd name="T88" fmla="*/ 2947 w 3456"/>
              <a:gd name="T89" fmla="*/ 287 h 1834"/>
              <a:gd name="T90" fmla="*/ 2214 w 3456"/>
              <a:gd name="T91" fmla="*/ 748 h 1834"/>
              <a:gd name="T92" fmla="*/ 2069 w 3456"/>
              <a:gd name="T93" fmla="*/ 748 h 1834"/>
              <a:gd name="T94" fmla="*/ 1335 w 3456"/>
              <a:gd name="T95" fmla="*/ 287 h 1834"/>
              <a:gd name="T96" fmla="*/ 1353 w 3456"/>
              <a:gd name="T97" fmla="*/ 793 h 1834"/>
              <a:gd name="T98" fmla="*/ 1242 w 3456"/>
              <a:gd name="T99" fmla="*/ 340 h 1834"/>
              <a:gd name="T100" fmla="*/ 553 w 3456"/>
              <a:gd name="T101" fmla="*/ 322 h 1834"/>
              <a:gd name="T102" fmla="*/ 468 w 3456"/>
              <a:gd name="T103" fmla="*/ 801 h 1834"/>
              <a:gd name="T104" fmla="*/ 450 w 3456"/>
              <a:gd name="T105" fmla="*/ 295 h 1834"/>
              <a:gd name="T106" fmla="*/ 2630 w 3456"/>
              <a:gd name="T107" fmla="*/ 879 h 1834"/>
              <a:gd name="T108" fmla="*/ 2490 w 3456"/>
              <a:gd name="T109" fmla="*/ 917 h 1834"/>
              <a:gd name="T110" fmla="*/ 902 w 3456"/>
              <a:gd name="T111" fmla="*/ 0 h 1834"/>
              <a:gd name="T112" fmla="*/ 955 w 3456"/>
              <a:gd name="T113" fmla="*/ 931 h 1834"/>
              <a:gd name="T114" fmla="*/ 826 w 3456"/>
              <a:gd name="T115" fmla="*/ 75 h 1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56" h="1834">
                <a:moveTo>
                  <a:pt x="2828" y="1362"/>
                </a:moveTo>
                <a:lnTo>
                  <a:pt x="2798" y="1364"/>
                </a:lnTo>
                <a:lnTo>
                  <a:pt x="2771" y="1371"/>
                </a:lnTo>
                <a:lnTo>
                  <a:pt x="2747" y="1384"/>
                </a:lnTo>
                <a:lnTo>
                  <a:pt x="2725" y="1400"/>
                </a:lnTo>
                <a:lnTo>
                  <a:pt x="2706" y="1419"/>
                </a:lnTo>
                <a:lnTo>
                  <a:pt x="2691" y="1441"/>
                </a:lnTo>
                <a:lnTo>
                  <a:pt x="2680" y="1465"/>
                </a:lnTo>
                <a:lnTo>
                  <a:pt x="2674" y="1492"/>
                </a:lnTo>
                <a:lnTo>
                  <a:pt x="2671" y="1521"/>
                </a:lnTo>
                <a:lnTo>
                  <a:pt x="2674" y="1549"/>
                </a:lnTo>
                <a:lnTo>
                  <a:pt x="2680" y="1577"/>
                </a:lnTo>
                <a:lnTo>
                  <a:pt x="2691" y="1601"/>
                </a:lnTo>
                <a:lnTo>
                  <a:pt x="2706" y="1623"/>
                </a:lnTo>
                <a:lnTo>
                  <a:pt x="2725" y="1642"/>
                </a:lnTo>
                <a:lnTo>
                  <a:pt x="2747" y="1658"/>
                </a:lnTo>
                <a:lnTo>
                  <a:pt x="2771" y="1669"/>
                </a:lnTo>
                <a:lnTo>
                  <a:pt x="2798" y="1677"/>
                </a:lnTo>
                <a:lnTo>
                  <a:pt x="2828" y="1680"/>
                </a:lnTo>
                <a:lnTo>
                  <a:pt x="2857" y="1677"/>
                </a:lnTo>
                <a:lnTo>
                  <a:pt x="2883" y="1669"/>
                </a:lnTo>
                <a:lnTo>
                  <a:pt x="2908" y="1658"/>
                </a:lnTo>
                <a:lnTo>
                  <a:pt x="2930" y="1642"/>
                </a:lnTo>
                <a:lnTo>
                  <a:pt x="2948" y="1623"/>
                </a:lnTo>
                <a:lnTo>
                  <a:pt x="2964" y="1601"/>
                </a:lnTo>
                <a:lnTo>
                  <a:pt x="2975" y="1577"/>
                </a:lnTo>
                <a:lnTo>
                  <a:pt x="2982" y="1549"/>
                </a:lnTo>
                <a:lnTo>
                  <a:pt x="2985" y="1521"/>
                </a:lnTo>
                <a:lnTo>
                  <a:pt x="2982" y="1492"/>
                </a:lnTo>
                <a:lnTo>
                  <a:pt x="2975" y="1465"/>
                </a:lnTo>
                <a:lnTo>
                  <a:pt x="2964" y="1441"/>
                </a:lnTo>
                <a:lnTo>
                  <a:pt x="2948" y="1419"/>
                </a:lnTo>
                <a:lnTo>
                  <a:pt x="2930" y="1400"/>
                </a:lnTo>
                <a:lnTo>
                  <a:pt x="2908" y="1384"/>
                </a:lnTo>
                <a:lnTo>
                  <a:pt x="2883" y="1371"/>
                </a:lnTo>
                <a:lnTo>
                  <a:pt x="2857" y="1364"/>
                </a:lnTo>
                <a:lnTo>
                  <a:pt x="2828" y="1362"/>
                </a:lnTo>
                <a:close/>
                <a:moveTo>
                  <a:pt x="977" y="1218"/>
                </a:moveTo>
                <a:lnTo>
                  <a:pt x="1129" y="1218"/>
                </a:lnTo>
                <a:lnTo>
                  <a:pt x="1129" y="1823"/>
                </a:lnTo>
                <a:lnTo>
                  <a:pt x="977" y="1823"/>
                </a:lnTo>
                <a:lnTo>
                  <a:pt x="977" y="1218"/>
                </a:lnTo>
                <a:close/>
                <a:moveTo>
                  <a:pt x="2828" y="1208"/>
                </a:moveTo>
                <a:lnTo>
                  <a:pt x="2873" y="1211"/>
                </a:lnTo>
                <a:lnTo>
                  <a:pt x="2916" y="1219"/>
                </a:lnTo>
                <a:lnTo>
                  <a:pt x="2955" y="1232"/>
                </a:lnTo>
                <a:lnTo>
                  <a:pt x="2992" y="1251"/>
                </a:lnTo>
                <a:lnTo>
                  <a:pt x="3026" y="1273"/>
                </a:lnTo>
                <a:lnTo>
                  <a:pt x="3056" y="1299"/>
                </a:lnTo>
                <a:lnTo>
                  <a:pt x="3082" y="1330"/>
                </a:lnTo>
                <a:lnTo>
                  <a:pt x="3104" y="1363"/>
                </a:lnTo>
                <a:lnTo>
                  <a:pt x="3121" y="1398"/>
                </a:lnTo>
                <a:lnTo>
                  <a:pt x="3134" y="1437"/>
                </a:lnTo>
                <a:lnTo>
                  <a:pt x="3142" y="1479"/>
                </a:lnTo>
                <a:lnTo>
                  <a:pt x="3145" y="1521"/>
                </a:lnTo>
                <a:lnTo>
                  <a:pt x="3142" y="1563"/>
                </a:lnTo>
                <a:lnTo>
                  <a:pt x="3134" y="1604"/>
                </a:lnTo>
                <a:lnTo>
                  <a:pt x="3121" y="1642"/>
                </a:lnTo>
                <a:lnTo>
                  <a:pt x="3104" y="1679"/>
                </a:lnTo>
                <a:lnTo>
                  <a:pt x="3082" y="1712"/>
                </a:lnTo>
                <a:lnTo>
                  <a:pt x="3056" y="1742"/>
                </a:lnTo>
                <a:lnTo>
                  <a:pt x="3026" y="1769"/>
                </a:lnTo>
                <a:lnTo>
                  <a:pt x="2992" y="1791"/>
                </a:lnTo>
                <a:lnTo>
                  <a:pt x="2955" y="1809"/>
                </a:lnTo>
                <a:lnTo>
                  <a:pt x="2916" y="1822"/>
                </a:lnTo>
                <a:lnTo>
                  <a:pt x="2873" y="1831"/>
                </a:lnTo>
                <a:lnTo>
                  <a:pt x="2828" y="1834"/>
                </a:lnTo>
                <a:lnTo>
                  <a:pt x="2783" y="1831"/>
                </a:lnTo>
                <a:lnTo>
                  <a:pt x="2740" y="1822"/>
                </a:lnTo>
                <a:lnTo>
                  <a:pt x="2700" y="1809"/>
                </a:lnTo>
                <a:lnTo>
                  <a:pt x="2663" y="1791"/>
                </a:lnTo>
                <a:lnTo>
                  <a:pt x="2630" y="1769"/>
                </a:lnTo>
                <a:lnTo>
                  <a:pt x="2599" y="1742"/>
                </a:lnTo>
                <a:lnTo>
                  <a:pt x="2573" y="1712"/>
                </a:lnTo>
                <a:lnTo>
                  <a:pt x="2551" y="1679"/>
                </a:lnTo>
                <a:lnTo>
                  <a:pt x="2534" y="1642"/>
                </a:lnTo>
                <a:lnTo>
                  <a:pt x="2521" y="1604"/>
                </a:lnTo>
                <a:lnTo>
                  <a:pt x="2513" y="1563"/>
                </a:lnTo>
                <a:lnTo>
                  <a:pt x="2510" y="1521"/>
                </a:lnTo>
                <a:lnTo>
                  <a:pt x="2513" y="1479"/>
                </a:lnTo>
                <a:lnTo>
                  <a:pt x="2521" y="1437"/>
                </a:lnTo>
                <a:lnTo>
                  <a:pt x="2534" y="1398"/>
                </a:lnTo>
                <a:lnTo>
                  <a:pt x="2551" y="1363"/>
                </a:lnTo>
                <a:lnTo>
                  <a:pt x="2573" y="1330"/>
                </a:lnTo>
                <a:lnTo>
                  <a:pt x="2599" y="1299"/>
                </a:lnTo>
                <a:lnTo>
                  <a:pt x="2630" y="1273"/>
                </a:lnTo>
                <a:lnTo>
                  <a:pt x="2663" y="1251"/>
                </a:lnTo>
                <a:lnTo>
                  <a:pt x="2700" y="1232"/>
                </a:lnTo>
                <a:lnTo>
                  <a:pt x="2740" y="1219"/>
                </a:lnTo>
                <a:lnTo>
                  <a:pt x="2783" y="1211"/>
                </a:lnTo>
                <a:lnTo>
                  <a:pt x="2828" y="1208"/>
                </a:lnTo>
                <a:close/>
                <a:moveTo>
                  <a:pt x="2213" y="1208"/>
                </a:moveTo>
                <a:lnTo>
                  <a:pt x="2242" y="1209"/>
                </a:lnTo>
                <a:lnTo>
                  <a:pt x="2268" y="1211"/>
                </a:lnTo>
                <a:lnTo>
                  <a:pt x="2292" y="1215"/>
                </a:lnTo>
                <a:lnTo>
                  <a:pt x="2312" y="1219"/>
                </a:lnTo>
                <a:lnTo>
                  <a:pt x="2329" y="1223"/>
                </a:lnTo>
                <a:lnTo>
                  <a:pt x="2343" y="1227"/>
                </a:lnTo>
                <a:lnTo>
                  <a:pt x="2351" y="1230"/>
                </a:lnTo>
                <a:lnTo>
                  <a:pt x="2351" y="1392"/>
                </a:lnTo>
                <a:lnTo>
                  <a:pt x="2346" y="1389"/>
                </a:lnTo>
                <a:lnTo>
                  <a:pt x="2335" y="1384"/>
                </a:lnTo>
                <a:lnTo>
                  <a:pt x="2321" y="1377"/>
                </a:lnTo>
                <a:lnTo>
                  <a:pt x="2302" y="1371"/>
                </a:lnTo>
                <a:lnTo>
                  <a:pt x="2279" y="1365"/>
                </a:lnTo>
                <a:lnTo>
                  <a:pt x="2253" y="1360"/>
                </a:lnTo>
                <a:lnTo>
                  <a:pt x="2223" y="1359"/>
                </a:lnTo>
                <a:lnTo>
                  <a:pt x="2192" y="1362"/>
                </a:lnTo>
                <a:lnTo>
                  <a:pt x="2163" y="1369"/>
                </a:lnTo>
                <a:lnTo>
                  <a:pt x="2136" y="1381"/>
                </a:lnTo>
                <a:lnTo>
                  <a:pt x="2113" y="1396"/>
                </a:lnTo>
                <a:lnTo>
                  <a:pt x="2095" y="1415"/>
                </a:lnTo>
                <a:lnTo>
                  <a:pt x="2079" y="1437"/>
                </a:lnTo>
                <a:lnTo>
                  <a:pt x="2067" y="1463"/>
                </a:lnTo>
                <a:lnTo>
                  <a:pt x="2060" y="1490"/>
                </a:lnTo>
                <a:lnTo>
                  <a:pt x="2058" y="1521"/>
                </a:lnTo>
                <a:lnTo>
                  <a:pt x="2060" y="1550"/>
                </a:lnTo>
                <a:lnTo>
                  <a:pt x="2066" y="1578"/>
                </a:lnTo>
                <a:lnTo>
                  <a:pt x="2078" y="1602"/>
                </a:lnTo>
                <a:lnTo>
                  <a:pt x="2093" y="1625"/>
                </a:lnTo>
                <a:lnTo>
                  <a:pt x="2112" y="1644"/>
                </a:lnTo>
                <a:lnTo>
                  <a:pt x="2135" y="1660"/>
                </a:lnTo>
                <a:lnTo>
                  <a:pt x="2162" y="1672"/>
                </a:lnTo>
                <a:lnTo>
                  <a:pt x="2191" y="1679"/>
                </a:lnTo>
                <a:lnTo>
                  <a:pt x="2223" y="1682"/>
                </a:lnTo>
                <a:lnTo>
                  <a:pt x="2253" y="1680"/>
                </a:lnTo>
                <a:lnTo>
                  <a:pt x="2279" y="1676"/>
                </a:lnTo>
                <a:lnTo>
                  <a:pt x="2301" y="1671"/>
                </a:lnTo>
                <a:lnTo>
                  <a:pt x="2321" y="1664"/>
                </a:lnTo>
                <a:lnTo>
                  <a:pt x="2335" y="1658"/>
                </a:lnTo>
                <a:lnTo>
                  <a:pt x="2346" y="1653"/>
                </a:lnTo>
                <a:lnTo>
                  <a:pt x="2351" y="1649"/>
                </a:lnTo>
                <a:lnTo>
                  <a:pt x="2351" y="1812"/>
                </a:lnTo>
                <a:lnTo>
                  <a:pt x="2339" y="1816"/>
                </a:lnTo>
                <a:lnTo>
                  <a:pt x="2322" y="1820"/>
                </a:lnTo>
                <a:lnTo>
                  <a:pt x="2300" y="1826"/>
                </a:lnTo>
                <a:lnTo>
                  <a:pt x="2275" y="1830"/>
                </a:lnTo>
                <a:lnTo>
                  <a:pt x="2245" y="1833"/>
                </a:lnTo>
                <a:lnTo>
                  <a:pt x="2213" y="1834"/>
                </a:lnTo>
                <a:lnTo>
                  <a:pt x="2174" y="1832"/>
                </a:lnTo>
                <a:lnTo>
                  <a:pt x="2136" y="1826"/>
                </a:lnTo>
                <a:lnTo>
                  <a:pt x="2100" y="1815"/>
                </a:lnTo>
                <a:lnTo>
                  <a:pt x="2065" y="1801"/>
                </a:lnTo>
                <a:lnTo>
                  <a:pt x="2033" y="1783"/>
                </a:lnTo>
                <a:lnTo>
                  <a:pt x="2002" y="1762"/>
                </a:lnTo>
                <a:lnTo>
                  <a:pt x="1975" y="1737"/>
                </a:lnTo>
                <a:lnTo>
                  <a:pt x="1952" y="1710"/>
                </a:lnTo>
                <a:lnTo>
                  <a:pt x="1931" y="1678"/>
                </a:lnTo>
                <a:lnTo>
                  <a:pt x="1915" y="1643"/>
                </a:lnTo>
                <a:lnTo>
                  <a:pt x="1903" y="1605"/>
                </a:lnTo>
                <a:lnTo>
                  <a:pt x="1896" y="1564"/>
                </a:lnTo>
                <a:lnTo>
                  <a:pt x="1892" y="1521"/>
                </a:lnTo>
                <a:lnTo>
                  <a:pt x="1896" y="1477"/>
                </a:lnTo>
                <a:lnTo>
                  <a:pt x="1904" y="1434"/>
                </a:lnTo>
                <a:lnTo>
                  <a:pt x="1917" y="1395"/>
                </a:lnTo>
                <a:lnTo>
                  <a:pt x="1934" y="1359"/>
                </a:lnTo>
                <a:lnTo>
                  <a:pt x="1957" y="1326"/>
                </a:lnTo>
                <a:lnTo>
                  <a:pt x="1984" y="1296"/>
                </a:lnTo>
                <a:lnTo>
                  <a:pt x="2014" y="1271"/>
                </a:lnTo>
                <a:lnTo>
                  <a:pt x="2047" y="1249"/>
                </a:lnTo>
                <a:lnTo>
                  <a:pt x="2085" y="1231"/>
                </a:lnTo>
                <a:lnTo>
                  <a:pt x="2125" y="1218"/>
                </a:lnTo>
                <a:lnTo>
                  <a:pt x="2168" y="1211"/>
                </a:lnTo>
                <a:lnTo>
                  <a:pt x="2213" y="1208"/>
                </a:lnTo>
                <a:close/>
                <a:moveTo>
                  <a:pt x="630" y="1208"/>
                </a:moveTo>
                <a:lnTo>
                  <a:pt x="660" y="1209"/>
                </a:lnTo>
                <a:lnTo>
                  <a:pt x="687" y="1211"/>
                </a:lnTo>
                <a:lnTo>
                  <a:pt x="711" y="1215"/>
                </a:lnTo>
                <a:lnTo>
                  <a:pt x="731" y="1219"/>
                </a:lnTo>
                <a:lnTo>
                  <a:pt x="748" y="1223"/>
                </a:lnTo>
                <a:lnTo>
                  <a:pt x="760" y="1227"/>
                </a:lnTo>
                <a:lnTo>
                  <a:pt x="769" y="1230"/>
                </a:lnTo>
                <a:lnTo>
                  <a:pt x="769" y="1392"/>
                </a:lnTo>
                <a:lnTo>
                  <a:pt x="763" y="1389"/>
                </a:lnTo>
                <a:lnTo>
                  <a:pt x="754" y="1384"/>
                </a:lnTo>
                <a:lnTo>
                  <a:pt x="739" y="1377"/>
                </a:lnTo>
                <a:lnTo>
                  <a:pt x="721" y="1371"/>
                </a:lnTo>
                <a:lnTo>
                  <a:pt x="697" y="1365"/>
                </a:lnTo>
                <a:lnTo>
                  <a:pt x="671" y="1360"/>
                </a:lnTo>
                <a:lnTo>
                  <a:pt x="642" y="1359"/>
                </a:lnTo>
                <a:lnTo>
                  <a:pt x="611" y="1362"/>
                </a:lnTo>
                <a:lnTo>
                  <a:pt x="581" y="1369"/>
                </a:lnTo>
                <a:lnTo>
                  <a:pt x="555" y="1381"/>
                </a:lnTo>
                <a:lnTo>
                  <a:pt x="532" y="1396"/>
                </a:lnTo>
                <a:lnTo>
                  <a:pt x="513" y="1415"/>
                </a:lnTo>
                <a:lnTo>
                  <a:pt x="497" y="1437"/>
                </a:lnTo>
                <a:lnTo>
                  <a:pt x="485" y="1463"/>
                </a:lnTo>
                <a:lnTo>
                  <a:pt x="479" y="1490"/>
                </a:lnTo>
                <a:lnTo>
                  <a:pt x="475" y="1521"/>
                </a:lnTo>
                <a:lnTo>
                  <a:pt x="479" y="1550"/>
                </a:lnTo>
                <a:lnTo>
                  <a:pt x="485" y="1578"/>
                </a:lnTo>
                <a:lnTo>
                  <a:pt x="496" y="1602"/>
                </a:lnTo>
                <a:lnTo>
                  <a:pt x="512" y="1625"/>
                </a:lnTo>
                <a:lnTo>
                  <a:pt x="531" y="1644"/>
                </a:lnTo>
                <a:lnTo>
                  <a:pt x="554" y="1660"/>
                </a:lnTo>
                <a:lnTo>
                  <a:pt x="580" y="1672"/>
                </a:lnTo>
                <a:lnTo>
                  <a:pt x="610" y="1679"/>
                </a:lnTo>
                <a:lnTo>
                  <a:pt x="642" y="1682"/>
                </a:lnTo>
                <a:lnTo>
                  <a:pt x="671" y="1680"/>
                </a:lnTo>
                <a:lnTo>
                  <a:pt x="697" y="1676"/>
                </a:lnTo>
                <a:lnTo>
                  <a:pt x="719" y="1671"/>
                </a:lnTo>
                <a:lnTo>
                  <a:pt x="738" y="1664"/>
                </a:lnTo>
                <a:lnTo>
                  <a:pt x="753" y="1658"/>
                </a:lnTo>
                <a:lnTo>
                  <a:pt x="763" y="1653"/>
                </a:lnTo>
                <a:lnTo>
                  <a:pt x="769" y="1649"/>
                </a:lnTo>
                <a:lnTo>
                  <a:pt x="769" y="1812"/>
                </a:lnTo>
                <a:lnTo>
                  <a:pt x="757" y="1816"/>
                </a:lnTo>
                <a:lnTo>
                  <a:pt x="740" y="1820"/>
                </a:lnTo>
                <a:lnTo>
                  <a:pt x="718" y="1826"/>
                </a:lnTo>
                <a:lnTo>
                  <a:pt x="692" y="1830"/>
                </a:lnTo>
                <a:lnTo>
                  <a:pt x="663" y="1833"/>
                </a:lnTo>
                <a:lnTo>
                  <a:pt x="630" y="1834"/>
                </a:lnTo>
                <a:lnTo>
                  <a:pt x="592" y="1832"/>
                </a:lnTo>
                <a:lnTo>
                  <a:pt x="554" y="1826"/>
                </a:lnTo>
                <a:lnTo>
                  <a:pt x="518" y="1815"/>
                </a:lnTo>
                <a:lnTo>
                  <a:pt x="484" y="1801"/>
                </a:lnTo>
                <a:lnTo>
                  <a:pt x="451" y="1783"/>
                </a:lnTo>
                <a:lnTo>
                  <a:pt x="421" y="1762"/>
                </a:lnTo>
                <a:lnTo>
                  <a:pt x="394" y="1737"/>
                </a:lnTo>
                <a:lnTo>
                  <a:pt x="370" y="1710"/>
                </a:lnTo>
                <a:lnTo>
                  <a:pt x="350" y="1678"/>
                </a:lnTo>
                <a:lnTo>
                  <a:pt x="333" y="1643"/>
                </a:lnTo>
                <a:lnTo>
                  <a:pt x="322" y="1605"/>
                </a:lnTo>
                <a:lnTo>
                  <a:pt x="314" y="1564"/>
                </a:lnTo>
                <a:lnTo>
                  <a:pt x="311" y="1521"/>
                </a:lnTo>
                <a:lnTo>
                  <a:pt x="314" y="1477"/>
                </a:lnTo>
                <a:lnTo>
                  <a:pt x="323" y="1434"/>
                </a:lnTo>
                <a:lnTo>
                  <a:pt x="335" y="1395"/>
                </a:lnTo>
                <a:lnTo>
                  <a:pt x="353" y="1359"/>
                </a:lnTo>
                <a:lnTo>
                  <a:pt x="375" y="1326"/>
                </a:lnTo>
                <a:lnTo>
                  <a:pt x="402" y="1296"/>
                </a:lnTo>
                <a:lnTo>
                  <a:pt x="433" y="1271"/>
                </a:lnTo>
                <a:lnTo>
                  <a:pt x="466" y="1249"/>
                </a:lnTo>
                <a:lnTo>
                  <a:pt x="503" y="1231"/>
                </a:lnTo>
                <a:lnTo>
                  <a:pt x="544" y="1218"/>
                </a:lnTo>
                <a:lnTo>
                  <a:pt x="585" y="1211"/>
                </a:lnTo>
                <a:lnTo>
                  <a:pt x="630" y="1208"/>
                </a:lnTo>
                <a:close/>
                <a:moveTo>
                  <a:pt x="1556" y="1208"/>
                </a:moveTo>
                <a:lnTo>
                  <a:pt x="1583" y="1209"/>
                </a:lnTo>
                <a:lnTo>
                  <a:pt x="1610" y="1211"/>
                </a:lnTo>
                <a:lnTo>
                  <a:pt x="1634" y="1213"/>
                </a:lnTo>
                <a:lnTo>
                  <a:pt x="1656" y="1217"/>
                </a:lnTo>
                <a:lnTo>
                  <a:pt x="1675" y="1220"/>
                </a:lnTo>
                <a:lnTo>
                  <a:pt x="1689" y="1223"/>
                </a:lnTo>
                <a:lnTo>
                  <a:pt x="1699" y="1226"/>
                </a:lnTo>
                <a:lnTo>
                  <a:pt x="1704" y="1227"/>
                </a:lnTo>
                <a:lnTo>
                  <a:pt x="1704" y="1356"/>
                </a:lnTo>
                <a:lnTo>
                  <a:pt x="1700" y="1355"/>
                </a:lnTo>
                <a:lnTo>
                  <a:pt x="1691" y="1353"/>
                </a:lnTo>
                <a:lnTo>
                  <a:pt x="1679" y="1350"/>
                </a:lnTo>
                <a:lnTo>
                  <a:pt x="1663" y="1347"/>
                </a:lnTo>
                <a:lnTo>
                  <a:pt x="1645" y="1343"/>
                </a:lnTo>
                <a:lnTo>
                  <a:pt x="1625" y="1340"/>
                </a:lnTo>
                <a:lnTo>
                  <a:pt x="1605" y="1338"/>
                </a:lnTo>
                <a:lnTo>
                  <a:pt x="1586" y="1337"/>
                </a:lnTo>
                <a:lnTo>
                  <a:pt x="1557" y="1339"/>
                </a:lnTo>
                <a:lnTo>
                  <a:pt x="1534" y="1344"/>
                </a:lnTo>
                <a:lnTo>
                  <a:pt x="1515" y="1351"/>
                </a:lnTo>
                <a:lnTo>
                  <a:pt x="1502" y="1362"/>
                </a:lnTo>
                <a:lnTo>
                  <a:pt x="1494" y="1373"/>
                </a:lnTo>
                <a:lnTo>
                  <a:pt x="1491" y="1387"/>
                </a:lnTo>
                <a:lnTo>
                  <a:pt x="1494" y="1402"/>
                </a:lnTo>
                <a:lnTo>
                  <a:pt x="1501" y="1413"/>
                </a:lnTo>
                <a:lnTo>
                  <a:pt x="1511" y="1423"/>
                </a:lnTo>
                <a:lnTo>
                  <a:pt x="1523" y="1430"/>
                </a:lnTo>
                <a:lnTo>
                  <a:pt x="1536" y="1436"/>
                </a:lnTo>
                <a:lnTo>
                  <a:pt x="1549" y="1441"/>
                </a:lnTo>
                <a:lnTo>
                  <a:pt x="1560" y="1445"/>
                </a:lnTo>
                <a:lnTo>
                  <a:pt x="1602" y="1458"/>
                </a:lnTo>
                <a:lnTo>
                  <a:pt x="1634" y="1470"/>
                </a:lnTo>
                <a:lnTo>
                  <a:pt x="1661" y="1484"/>
                </a:lnTo>
                <a:lnTo>
                  <a:pt x="1684" y="1501"/>
                </a:lnTo>
                <a:lnTo>
                  <a:pt x="1703" y="1519"/>
                </a:lnTo>
                <a:lnTo>
                  <a:pt x="1719" y="1539"/>
                </a:lnTo>
                <a:lnTo>
                  <a:pt x="1731" y="1560"/>
                </a:lnTo>
                <a:lnTo>
                  <a:pt x="1740" y="1583"/>
                </a:lnTo>
                <a:lnTo>
                  <a:pt x="1745" y="1606"/>
                </a:lnTo>
                <a:lnTo>
                  <a:pt x="1746" y="1630"/>
                </a:lnTo>
                <a:lnTo>
                  <a:pt x="1744" y="1664"/>
                </a:lnTo>
                <a:lnTo>
                  <a:pt x="1737" y="1694"/>
                </a:lnTo>
                <a:lnTo>
                  <a:pt x="1727" y="1720"/>
                </a:lnTo>
                <a:lnTo>
                  <a:pt x="1712" y="1744"/>
                </a:lnTo>
                <a:lnTo>
                  <a:pt x="1696" y="1764"/>
                </a:lnTo>
                <a:lnTo>
                  <a:pt x="1676" y="1781"/>
                </a:lnTo>
                <a:lnTo>
                  <a:pt x="1654" y="1796"/>
                </a:lnTo>
                <a:lnTo>
                  <a:pt x="1630" y="1809"/>
                </a:lnTo>
                <a:lnTo>
                  <a:pt x="1604" y="1818"/>
                </a:lnTo>
                <a:lnTo>
                  <a:pt x="1578" y="1826"/>
                </a:lnTo>
                <a:lnTo>
                  <a:pt x="1551" y="1830"/>
                </a:lnTo>
                <a:lnTo>
                  <a:pt x="1524" y="1833"/>
                </a:lnTo>
                <a:lnTo>
                  <a:pt x="1498" y="1834"/>
                </a:lnTo>
                <a:lnTo>
                  <a:pt x="1467" y="1833"/>
                </a:lnTo>
                <a:lnTo>
                  <a:pt x="1439" y="1832"/>
                </a:lnTo>
                <a:lnTo>
                  <a:pt x="1412" y="1829"/>
                </a:lnTo>
                <a:lnTo>
                  <a:pt x="1388" y="1827"/>
                </a:lnTo>
                <a:lnTo>
                  <a:pt x="1368" y="1823"/>
                </a:lnTo>
                <a:lnTo>
                  <a:pt x="1351" y="1820"/>
                </a:lnTo>
                <a:lnTo>
                  <a:pt x="1339" y="1818"/>
                </a:lnTo>
                <a:lnTo>
                  <a:pt x="1334" y="1817"/>
                </a:lnTo>
                <a:lnTo>
                  <a:pt x="1334" y="1678"/>
                </a:lnTo>
                <a:lnTo>
                  <a:pt x="1343" y="1680"/>
                </a:lnTo>
                <a:lnTo>
                  <a:pt x="1356" y="1684"/>
                </a:lnTo>
                <a:lnTo>
                  <a:pt x="1375" y="1688"/>
                </a:lnTo>
                <a:lnTo>
                  <a:pt x="1397" y="1693"/>
                </a:lnTo>
                <a:lnTo>
                  <a:pt x="1422" y="1697"/>
                </a:lnTo>
                <a:lnTo>
                  <a:pt x="1448" y="1700"/>
                </a:lnTo>
                <a:lnTo>
                  <a:pt x="1477" y="1701"/>
                </a:lnTo>
                <a:lnTo>
                  <a:pt x="1507" y="1699"/>
                </a:lnTo>
                <a:lnTo>
                  <a:pt x="1531" y="1696"/>
                </a:lnTo>
                <a:lnTo>
                  <a:pt x="1552" y="1690"/>
                </a:lnTo>
                <a:lnTo>
                  <a:pt x="1568" y="1681"/>
                </a:lnTo>
                <a:lnTo>
                  <a:pt x="1578" y="1671"/>
                </a:lnTo>
                <a:lnTo>
                  <a:pt x="1585" y="1658"/>
                </a:lnTo>
                <a:lnTo>
                  <a:pt x="1587" y="1644"/>
                </a:lnTo>
                <a:lnTo>
                  <a:pt x="1585" y="1629"/>
                </a:lnTo>
                <a:lnTo>
                  <a:pt x="1578" y="1618"/>
                </a:lnTo>
                <a:lnTo>
                  <a:pt x="1567" y="1607"/>
                </a:lnTo>
                <a:lnTo>
                  <a:pt x="1553" y="1598"/>
                </a:lnTo>
                <a:lnTo>
                  <a:pt x="1537" y="1590"/>
                </a:lnTo>
                <a:lnTo>
                  <a:pt x="1520" y="1584"/>
                </a:lnTo>
                <a:lnTo>
                  <a:pt x="1509" y="1581"/>
                </a:lnTo>
                <a:lnTo>
                  <a:pt x="1498" y="1577"/>
                </a:lnTo>
                <a:lnTo>
                  <a:pt x="1487" y="1574"/>
                </a:lnTo>
                <a:lnTo>
                  <a:pt x="1462" y="1565"/>
                </a:lnTo>
                <a:lnTo>
                  <a:pt x="1439" y="1555"/>
                </a:lnTo>
                <a:lnTo>
                  <a:pt x="1416" y="1542"/>
                </a:lnTo>
                <a:lnTo>
                  <a:pt x="1396" y="1528"/>
                </a:lnTo>
                <a:lnTo>
                  <a:pt x="1378" y="1512"/>
                </a:lnTo>
                <a:lnTo>
                  <a:pt x="1363" y="1494"/>
                </a:lnTo>
                <a:lnTo>
                  <a:pt x="1350" y="1473"/>
                </a:lnTo>
                <a:lnTo>
                  <a:pt x="1341" y="1451"/>
                </a:lnTo>
                <a:lnTo>
                  <a:pt x="1334" y="1425"/>
                </a:lnTo>
                <a:lnTo>
                  <a:pt x="1332" y="1396"/>
                </a:lnTo>
                <a:lnTo>
                  <a:pt x="1334" y="1364"/>
                </a:lnTo>
                <a:lnTo>
                  <a:pt x="1342" y="1333"/>
                </a:lnTo>
                <a:lnTo>
                  <a:pt x="1354" y="1306"/>
                </a:lnTo>
                <a:lnTo>
                  <a:pt x="1371" y="1281"/>
                </a:lnTo>
                <a:lnTo>
                  <a:pt x="1392" y="1259"/>
                </a:lnTo>
                <a:lnTo>
                  <a:pt x="1417" y="1241"/>
                </a:lnTo>
                <a:lnTo>
                  <a:pt x="1446" y="1227"/>
                </a:lnTo>
                <a:lnTo>
                  <a:pt x="1479" y="1216"/>
                </a:lnTo>
                <a:lnTo>
                  <a:pt x="1515" y="1210"/>
                </a:lnTo>
                <a:lnTo>
                  <a:pt x="1556" y="1208"/>
                </a:lnTo>
                <a:close/>
                <a:moveTo>
                  <a:pt x="3381" y="493"/>
                </a:moveTo>
                <a:lnTo>
                  <a:pt x="3400" y="496"/>
                </a:lnTo>
                <a:lnTo>
                  <a:pt x="3418" y="503"/>
                </a:lnTo>
                <a:lnTo>
                  <a:pt x="3434" y="515"/>
                </a:lnTo>
                <a:lnTo>
                  <a:pt x="3446" y="531"/>
                </a:lnTo>
                <a:lnTo>
                  <a:pt x="3453" y="548"/>
                </a:lnTo>
                <a:lnTo>
                  <a:pt x="3456" y="569"/>
                </a:lnTo>
                <a:lnTo>
                  <a:pt x="3456" y="727"/>
                </a:lnTo>
                <a:lnTo>
                  <a:pt x="3453" y="748"/>
                </a:lnTo>
                <a:lnTo>
                  <a:pt x="3446" y="766"/>
                </a:lnTo>
                <a:lnTo>
                  <a:pt x="3434" y="780"/>
                </a:lnTo>
                <a:lnTo>
                  <a:pt x="3418" y="793"/>
                </a:lnTo>
                <a:lnTo>
                  <a:pt x="3400" y="801"/>
                </a:lnTo>
                <a:lnTo>
                  <a:pt x="3381" y="803"/>
                </a:lnTo>
                <a:lnTo>
                  <a:pt x="3361" y="801"/>
                </a:lnTo>
                <a:lnTo>
                  <a:pt x="3343" y="793"/>
                </a:lnTo>
                <a:lnTo>
                  <a:pt x="3328" y="780"/>
                </a:lnTo>
                <a:lnTo>
                  <a:pt x="3316" y="766"/>
                </a:lnTo>
                <a:lnTo>
                  <a:pt x="3308" y="748"/>
                </a:lnTo>
                <a:lnTo>
                  <a:pt x="3306" y="727"/>
                </a:lnTo>
                <a:lnTo>
                  <a:pt x="3306" y="569"/>
                </a:lnTo>
                <a:lnTo>
                  <a:pt x="3308" y="548"/>
                </a:lnTo>
                <a:lnTo>
                  <a:pt x="3316" y="531"/>
                </a:lnTo>
                <a:lnTo>
                  <a:pt x="3328" y="515"/>
                </a:lnTo>
                <a:lnTo>
                  <a:pt x="3343" y="503"/>
                </a:lnTo>
                <a:lnTo>
                  <a:pt x="3361" y="496"/>
                </a:lnTo>
                <a:lnTo>
                  <a:pt x="3381" y="493"/>
                </a:lnTo>
                <a:close/>
                <a:moveTo>
                  <a:pt x="1728" y="493"/>
                </a:moveTo>
                <a:lnTo>
                  <a:pt x="1748" y="496"/>
                </a:lnTo>
                <a:lnTo>
                  <a:pt x="1766" y="503"/>
                </a:lnTo>
                <a:lnTo>
                  <a:pt x="1781" y="515"/>
                </a:lnTo>
                <a:lnTo>
                  <a:pt x="1793" y="531"/>
                </a:lnTo>
                <a:lnTo>
                  <a:pt x="1800" y="548"/>
                </a:lnTo>
                <a:lnTo>
                  <a:pt x="1803" y="569"/>
                </a:lnTo>
                <a:lnTo>
                  <a:pt x="1803" y="727"/>
                </a:lnTo>
                <a:lnTo>
                  <a:pt x="1800" y="748"/>
                </a:lnTo>
                <a:lnTo>
                  <a:pt x="1793" y="766"/>
                </a:lnTo>
                <a:lnTo>
                  <a:pt x="1781" y="780"/>
                </a:lnTo>
                <a:lnTo>
                  <a:pt x="1766" y="793"/>
                </a:lnTo>
                <a:lnTo>
                  <a:pt x="1748" y="801"/>
                </a:lnTo>
                <a:lnTo>
                  <a:pt x="1728" y="803"/>
                </a:lnTo>
                <a:lnTo>
                  <a:pt x="1708" y="801"/>
                </a:lnTo>
                <a:lnTo>
                  <a:pt x="1690" y="793"/>
                </a:lnTo>
                <a:lnTo>
                  <a:pt x="1675" y="780"/>
                </a:lnTo>
                <a:lnTo>
                  <a:pt x="1663" y="766"/>
                </a:lnTo>
                <a:lnTo>
                  <a:pt x="1656" y="748"/>
                </a:lnTo>
                <a:lnTo>
                  <a:pt x="1653" y="727"/>
                </a:lnTo>
                <a:lnTo>
                  <a:pt x="1653" y="569"/>
                </a:lnTo>
                <a:lnTo>
                  <a:pt x="1656" y="548"/>
                </a:lnTo>
                <a:lnTo>
                  <a:pt x="1663" y="531"/>
                </a:lnTo>
                <a:lnTo>
                  <a:pt x="1675" y="515"/>
                </a:lnTo>
                <a:lnTo>
                  <a:pt x="1690" y="503"/>
                </a:lnTo>
                <a:lnTo>
                  <a:pt x="1708" y="496"/>
                </a:lnTo>
                <a:lnTo>
                  <a:pt x="1728" y="493"/>
                </a:lnTo>
                <a:close/>
                <a:moveTo>
                  <a:pt x="75" y="493"/>
                </a:moveTo>
                <a:lnTo>
                  <a:pt x="95" y="496"/>
                </a:lnTo>
                <a:lnTo>
                  <a:pt x="113" y="503"/>
                </a:lnTo>
                <a:lnTo>
                  <a:pt x="129" y="515"/>
                </a:lnTo>
                <a:lnTo>
                  <a:pt x="140" y="531"/>
                </a:lnTo>
                <a:lnTo>
                  <a:pt x="148" y="548"/>
                </a:lnTo>
                <a:lnTo>
                  <a:pt x="151" y="569"/>
                </a:lnTo>
                <a:lnTo>
                  <a:pt x="151" y="727"/>
                </a:lnTo>
                <a:lnTo>
                  <a:pt x="148" y="748"/>
                </a:lnTo>
                <a:lnTo>
                  <a:pt x="140" y="766"/>
                </a:lnTo>
                <a:lnTo>
                  <a:pt x="129" y="780"/>
                </a:lnTo>
                <a:lnTo>
                  <a:pt x="113" y="793"/>
                </a:lnTo>
                <a:lnTo>
                  <a:pt x="95" y="801"/>
                </a:lnTo>
                <a:lnTo>
                  <a:pt x="75" y="803"/>
                </a:lnTo>
                <a:lnTo>
                  <a:pt x="56" y="801"/>
                </a:lnTo>
                <a:lnTo>
                  <a:pt x="38" y="793"/>
                </a:lnTo>
                <a:lnTo>
                  <a:pt x="22" y="780"/>
                </a:lnTo>
                <a:lnTo>
                  <a:pt x="10" y="766"/>
                </a:lnTo>
                <a:lnTo>
                  <a:pt x="3" y="748"/>
                </a:lnTo>
                <a:lnTo>
                  <a:pt x="0" y="727"/>
                </a:lnTo>
                <a:lnTo>
                  <a:pt x="0" y="569"/>
                </a:lnTo>
                <a:lnTo>
                  <a:pt x="3" y="548"/>
                </a:lnTo>
                <a:lnTo>
                  <a:pt x="10" y="531"/>
                </a:lnTo>
                <a:lnTo>
                  <a:pt x="22" y="515"/>
                </a:lnTo>
                <a:lnTo>
                  <a:pt x="38" y="503"/>
                </a:lnTo>
                <a:lnTo>
                  <a:pt x="56" y="496"/>
                </a:lnTo>
                <a:lnTo>
                  <a:pt x="75" y="493"/>
                </a:lnTo>
                <a:close/>
                <a:moveTo>
                  <a:pt x="2968" y="285"/>
                </a:moveTo>
                <a:lnTo>
                  <a:pt x="2988" y="287"/>
                </a:lnTo>
                <a:lnTo>
                  <a:pt x="3006" y="295"/>
                </a:lnTo>
                <a:lnTo>
                  <a:pt x="3021" y="307"/>
                </a:lnTo>
                <a:lnTo>
                  <a:pt x="3033" y="322"/>
                </a:lnTo>
                <a:lnTo>
                  <a:pt x="3040" y="340"/>
                </a:lnTo>
                <a:lnTo>
                  <a:pt x="3043" y="360"/>
                </a:lnTo>
                <a:lnTo>
                  <a:pt x="3043" y="727"/>
                </a:lnTo>
                <a:lnTo>
                  <a:pt x="3040" y="748"/>
                </a:lnTo>
                <a:lnTo>
                  <a:pt x="3033" y="766"/>
                </a:lnTo>
                <a:lnTo>
                  <a:pt x="3021" y="780"/>
                </a:lnTo>
                <a:lnTo>
                  <a:pt x="3006" y="793"/>
                </a:lnTo>
                <a:lnTo>
                  <a:pt x="2988" y="801"/>
                </a:lnTo>
                <a:lnTo>
                  <a:pt x="2968" y="803"/>
                </a:lnTo>
                <a:lnTo>
                  <a:pt x="2947" y="801"/>
                </a:lnTo>
                <a:lnTo>
                  <a:pt x="2929" y="793"/>
                </a:lnTo>
                <a:lnTo>
                  <a:pt x="2915" y="780"/>
                </a:lnTo>
                <a:lnTo>
                  <a:pt x="2903" y="766"/>
                </a:lnTo>
                <a:lnTo>
                  <a:pt x="2895" y="748"/>
                </a:lnTo>
                <a:lnTo>
                  <a:pt x="2893" y="727"/>
                </a:lnTo>
                <a:lnTo>
                  <a:pt x="2893" y="360"/>
                </a:lnTo>
                <a:lnTo>
                  <a:pt x="2895" y="340"/>
                </a:lnTo>
                <a:lnTo>
                  <a:pt x="2903" y="322"/>
                </a:lnTo>
                <a:lnTo>
                  <a:pt x="2915" y="307"/>
                </a:lnTo>
                <a:lnTo>
                  <a:pt x="2929" y="295"/>
                </a:lnTo>
                <a:lnTo>
                  <a:pt x="2947" y="287"/>
                </a:lnTo>
                <a:lnTo>
                  <a:pt x="2968" y="285"/>
                </a:lnTo>
                <a:close/>
                <a:moveTo>
                  <a:pt x="2142" y="285"/>
                </a:moveTo>
                <a:lnTo>
                  <a:pt x="2162" y="287"/>
                </a:lnTo>
                <a:lnTo>
                  <a:pt x="2179" y="295"/>
                </a:lnTo>
                <a:lnTo>
                  <a:pt x="2194" y="307"/>
                </a:lnTo>
                <a:lnTo>
                  <a:pt x="2207" y="322"/>
                </a:lnTo>
                <a:lnTo>
                  <a:pt x="2214" y="340"/>
                </a:lnTo>
                <a:lnTo>
                  <a:pt x="2216" y="360"/>
                </a:lnTo>
                <a:lnTo>
                  <a:pt x="2216" y="727"/>
                </a:lnTo>
                <a:lnTo>
                  <a:pt x="2214" y="748"/>
                </a:lnTo>
                <a:lnTo>
                  <a:pt x="2207" y="766"/>
                </a:lnTo>
                <a:lnTo>
                  <a:pt x="2194" y="780"/>
                </a:lnTo>
                <a:lnTo>
                  <a:pt x="2179" y="793"/>
                </a:lnTo>
                <a:lnTo>
                  <a:pt x="2162" y="801"/>
                </a:lnTo>
                <a:lnTo>
                  <a:pt x="2142" y="803"/>
                </a:lnTo>
                <a:lnTo>
                  <a:pt x="2122" y="801"/>
                </a:lnTo>
                <a:lnTo>
                  <a:pt x="2104" y="793"/>
                </a:lnTo>
                <a:lnTo>
                  <a:pt x="2088" y="780"/>
                </a:lnTo>
                <a:lnTo>
                  <a:pt x="2077" y="766"/>
                </a:lnTo>
                <a:lnTo>
                  <a:pt x="2069" y="748"/>
                </a:lnTo>
                <a:lnTo>
                  <a:pt x="2066" y="727"/>
                </a:lnTo>
                <a:lnTo>
                  <a:pt x="2066" y="360"/>
                </a:lnTo>
                <a:lnTo>
                  <a:pt x="2069" y="340"/>
                </a:lnTo>
                <a:lnTo>
                  <a:pt x="2077" y="322"/>
                </a:lnTo>
                <a:lnTo>
                  <a:pt x="2088" y="307"/>
                </a:lnTo>
                <a:lnTo>
                  <a:pt x="2104" y="295"/>
                </a:lnTo>
                <a:lnTo>
                  <a:pt x="2122" y="287"/>
                </a:lnTo>
                <a:lnTo>
                  <a:pt x="2142" y="285"/>
                </a:lnTo>
                <a:close/>
                <a:moveTo>
                  <a:pt x="1315" y="285"/>
                </a:moveTo>
                <a:lnTo>
                  <a:pt x="1335" y="287"/>
                </a:lnTo>
                <a:lnTo>
                  <a:pt x="1353" y="295"/>
                </a:lnTo>
                <a:lnTo>
                  <a:pt x="1368" y="307"/>
                </a:lnTo>
                <a:lnTo>
                  <a:pt x="1380" y="322"/>
                </a:lnTo>
                <a:lnTo>
                  <a:pt x="1388" y="340"/>
                </a:lnTo>
                <a:lnTo>
                  <a:pt x="1390" y="360"/>
                </a:lnTo>
                <a:lnTo>
                  <a:pt x="1390" y="727"/>
                </a:lnTo>
                <a:lnTo>
                  <a:pt x="1388" y="748"/>
                </a:lnTo>
                <a:lnTo>
                  <a:pt x="1380" y="766"/>
                </a:lnTo>
                <a:lnTo>
                  <a:pt x="1368" y="780"/>
                </a:lnTo>
                <a:lnTo>
                  <a:pt x="1353" y="793"/>
                </a:lnTo>
                <a:lnTo>
                  <a:pt x="1335" y="801"/>
                </a:lnTo>
                <a:lnTo>
                  <a:pt x="1315" y="803"/>
                </a:lnTo>
                <a:lnTo>
                  <a:pt x="1295" y="801"/>
                </a:lnTo>
                <a:lnTo>
                  <a:pt x="1277" y="793"/>
                </a:lnTo>
                <a:lnTo>
                  <a:pt x="1262" y="780"/>
                </a:lnTo>
                <a:lnTo>
                  <a:pt x="1250" y="766"/>
                </a:lnTo>
                <a:lnTo>
                  <a:pt x="1242" y="748"/>
                </a:lnTo>
                <a:lnTo>
                  <a:pt x="1240" y="727"/>
                </a:lnTo>
                <a:lnTo>
                  <a:pt x="1240" y="360"/>
                </a:lnTo>
                <a:lnTo>
                  <a:pt x="1242" y="340"/>
                </a:lnTo>
                <a:lnTo>
                  <a:pt x="1250" y="322"/>
                </a:lnTo>
                <a:lnTo>
                  <a:pt x="1262" y="307"/>
                </a:lnTo>
                <a:lnTo>
                  <a:pt x="1277" y="295"/>
                </a:lnTo>
                <a:lnTo>
                  <a:pt x="1295" y="287"/>
                </a:lnTo>
                <a:lnTo>
                  <a:pt x="1315" y="285"/>
                </a:lnTo>
                <a:close/>
                <a:moveTo>
                  <a:pt x="488" y="285"/>
                </a:moveTo>
                <a:lnTo>
                  <a:pt x="508" y="287"/>
                </a:lnTo>
                <a:lnTo>
                  <a:pt x="527" y="295"/>
                </a:lnTo>
                <a:lnTo>
                  <a:pt x="541" y="307"/>
                </a:lnTo>
                <a:lnTo>
                  <a:pt x="553" y="322"/>
                </a:lnTo>
                <a:lnTo>
                  <a:pt x="561" y="340"/>
                </a:lnTo>
                <a:lnTo>
                  <a:pt x="563" y="360"/>
                </a:lnTo>
                <a:lnTo>
                  <a:pt x="563" y="727"/>
                </a:lnTo>
                <a:lnTo>
                  <a:pt x="561" y="748"/>
                </a:lnTo>
                <a:lnTo>
                  <a:pt x="553" y="766"/>
                </a:lnTo>
                <a:lnTo>
                  <a:pt x="541" y="780"/>
                </a:lnTo>
                <a:lnTo>
                  <a:pt x="527" y="793"/>
                </a:lnTo>
                <a:lnTo>
                  <a:pt x="508" y="801"/>
                </a:lnTo>
                <a:lnTo>
                  <a:pt x="488" y="803"/>
                </a:lnTo>
                <a:lnTo>
                  <a:pt x="468" y="801"/>
                </a:lnTo>
                <a:lnTo>
                  <a:pt x="450" y="793"/>
                </a:lnTo>
                <a:lnTo>
                  <a:pt x="436" y="780"/>
                </a:lnTo>
                <a:lnTo>
                  <a:pt x="423" y="766"/>
                </a:lnTo>
                <a:lnTo>
                  <a:pt x="416" y="748"/>
                </a:lnTo>
                <a:lnTo>
                  <a:pt x="414" y="727"/>
                </a:lnTo>
                <a:lnTo>
                  <a:pt x="414" y="360"/>
                </a:lnTo>
                <a:lnTo>
                  <a:pt x="416" y="340"/>
                </a:lnTo>
                <a:lnTo>
                  <a:pt x="423" y="322"/>
                </a:lnTo>
                <a:lnTo>
                  <a:pt x="436" y="307"/>
                </a:lnTo>
                <a:lnTo>
                  <a:pt x="450" y="295"/>
                </a:lnTo>
                <a:lnTo>
                  <a:pt x="468" y="287"/>
                </a:lnTo>
                <a:lnTo>
                  <a:pt x="488" y="285"/>
                </a:lnTo>
                <a:close/>
                <a:moveTo>
                  <a:pt x="2555" y="0"/>
                </a:moveTo>
                <a:lnTo>
                  <a:pt x="2575" y="2"/>
                </a:lnTo>
                <a:lnTo>
                  <a:pt x="2593" y="10"/>
                </a:lnTo>
                <a:lnTo>
                  <a:pt x="2608" y="22"/>
                </a:lnTo>
                <a:lnTo>
                  <a:pt x="2619" y="37"/>
                </a:lnTo>
                <a:lnTo>
                  <a:pt x="2628" y="55"/>
                </a:lnTo>
                <a:lnTo>
                  <a:pt x="2630" y="75"/>
                </a:lnTo>
                <a:lnTo>
                  <a:pt x="2630" y="879"/>
                </a:lnTo>
                <a:lnTo>
                  <a:pt x="2628" y="899"/>
                </a:lnTo>
                <a:lnTo>
                  <a:pt x="2619" y="917"/>
                </a:lnTo>
                <a:lnTo>
                  <a:pt x="2608" y="931"/>
                </a:lnTo>
                <a:lnTo>
                  <a:pt x="2593" y="944"/>
                </a:lnTo>
                <a:lnTo>
                  <a:pt x="2575" y="951"/>
                </a:lnTo>
                <a:lnTo>
                  <a:pt x="2555" y="953"/>
                </a:lnTo>
                <a:lnTo>
                  <a:pt x="2535" y="951"/>
                </a:lnTo>
                <a:lnTo>
                  <a:pt x="2517" y="944"/>
                </a:lnTo>
                <a:lnTo>
                  <a:pt x="2502" y="931"/>
                </a:lnTo>
                <a:lnTo>
                  <a:pt x="2490" y="917"/>
                </a:lnTo>
                <a:lnTo>
                  <a:pt x="2483" y="899"/>
                </a:lnTo>
                <a:lnTo>
                  <a:pt x="2480" y="879"/>
                </a:lnTo>
                <a:lnTo>
                  <a:pt x="2480" y="75"/>
                </a:lnTo>
                <a:lnTo>
                  <a:pt x="2483" y="55"/>
                </a:lnTo>
                <a:lnTo>
                  <a:pt x="2490" y="37"/>
                </a:lnTo>
                <a:lnTo>
                  <a:pt x="2502" y="22"/>
                </a:lnTo>
                <a:lnTo>
                  <a:pt x="2517" y="10"/>
                </a:lnTo>
                <a:lnTo>
                  <a:pt x="2535" y="2"/>
                </a:lnTo>
                <a:lnTo>
                  <a:pt x="2555" y="0"/>
                </a:lnTo>
                <a:close/>
                <a:moveTo>
                  <a:pt x="902" y="0"/>
                </a:moveTo>
                <a:lnTo>
                  <a:pt x="922" y="2"/>
                </a:lnTo>
                <a:lnTo>
                  <a:pt x="939" y="10"/>
                </a:lnTo>
                <a:lnTo>
                  <a:pt x="955" y="22"/>
                </a:lnTo>
                <a:lnTo>
                  <a:pt x="967" y="37"/>
                </a:lnTo>
                <a:lnTo>
                  <a:pt x="974" y="55"/>
                </a:lnTo>
                <a:lnTo>
                  <a:pt x="977" y="75"/>
                </a:lnTo>
                <a:lnTo>
                  <a:pt x="977" y="879"/>
                </a:lnTo>
                <a:lnTo>
                  <a:pt x="974" y="899"/>
                </a:lnTo>
                <a:lnTo>
                  <a:pt x="967" y="917"/>
                </a:lnTo>
                <a:lnTo>
                  <a:pt x="955" y="931"/>
                </a:lnTo>
                <a:lnTo>
                  <a:pt x="939" y="944"/>
                </a:lnTo>
                <a:lnTo>
                  <a:pt x="922" y="951"/>
                </a:lnTo>
                <a:lnTo>
                  <a:pt x="902" y="953"/>
                </a:lnTo>
                <a:lnTo>
                  <a:pt x="882" y="951"/>
                </a:lnTo>
                <a:lnTo>
                  <a:pt x="864" y="944"/>
                </a:lnTo>
                <a:lnTo>
                  <a:pt x="848" y="931"/>
                </a:lnTo>
                <a:lnTo>
                  <a:pt x="837" y="917"/>
                </a:lnTo>
                <a:lnTo>
                  <a:pt x="829" y="899"/>
                </a:lnTo>
                <a:lnTo>
                  <a:pt x="826" y="879"/>
                </a:lnTo>
                <a:lnTo>
                  <a:pt x="826" y="75"/>
                </a:lnTo>
                <a:lnTo>
                  <a:pt x="829" y="55"/>
                </a:lnTo>
                <a:lnTo>
                  <a:pt x="837" y="37"/>
                </a:lnTo>
                <a:lnTo>
                  <a:pt x="848" y="22"/>
                </a:lnTo>
                <a:lnTo>
                  <a:pt x="864" y="10"/>
                </a:lnTo>
                <a:lnTo>
                  <a:pt x="882" y="2"/>
                </a:lnTo>
                <a:lnTo>
                  <a:pt x="902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302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Half_Pa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latin typeface="+mj-lt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58801" y="2209800"/>
            <a:ext cx="5103284" cy="2438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96618" y="709083"/>
            <a:ext cx="4734983" cy="5412316"/>
          </a:xfrm>
          <a:prstGeom prst="rect">
            <a:avLst/>
          </a:prstGeom>
        </p:spPr>
        <p:txBody>
          <a:bodyPr lIns="0" rIns="0" anchor="ctr" anchorCtr="0"/>
          <a:lstStyle>
            <a:lvl1pPr marL="226478" indent="-226478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tabLst>
                <a:tab pos="304792" algn="l"/>
              </a:tabLst>
              <a:defRPr sz="3200">
                <a:latin typeface="+mn-ea"/>
                <a:ea typeface="+mn-ea"/>
              </a:defRPr>
            </a:lvl1pPr>
            <a:lvl2pPr marL="461422" indent="-228594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3200">
                <a:latin typeface="+mn-ea"/>
                <a:ea typeface="+mn-ea"/>
              </a:defRPr>
            </a:lvl2pPr>
            <a:lvl3pPr marL="609585" indent="-156629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2667">
                <a:latin typeface="+mn-ea"/>
                <a:ea typeface="+mn-ea"/>
              </a:defRPr>
            </a:lvl3pPr>
            <a:lvl4pPr marL="766214" indent="-156629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tabLst/>
              <a:defRPr sz="2400">
                <a:latin typeface="+mn-ea"/>
                <a:ea typeface="+mn-ea"/>
              </a:defRPr>
            </a:lvl4pPr>
            <a:lvl5pPr marL="992693" indent="-150280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ltGray">
          <a:xfrm>
            <a:off x="636906" y="6322204"/>
            <a:ext cx="462238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974459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5995" y="5142315"/>
            <a:ext cx="11061895" cy="384175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2400" b="0" i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 marL="45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Speaker Name</a:t>
            </a:r>
            <a:endParaRPr lang="en-US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625995" y="5430226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2400" b="0" i="0" kern="1200" dirty="0" smtClean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Speaker Title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 hasCustomPrompt="1"/>
          </p:nvPr>
        </p:nvSpPr>
        <p:spPr>
          <a:xfrm>
            <a:off x="625995" y="5798350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2400" b="0" i="0" kern="1200" dirty="0" smtClean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17723" y="4058205"/>
            <a:ext cx="11070167" cy="398668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933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 marL="406365" indent="0">
              <a:buNone/>
              <a:defRPr/>
            </a:lvl2pPr>
            <a:lvl3pPr marL="569854" indent="0">
              <a:buNone/>
              <a:defRPr/>
            </a:lvl3pPr>
            <a:lvl4pPr marL="688908" indent="0">
              <a:buNone/>
              <a:defRPr/>
            </a:lvl4pPr>
            <a:lvl5pPr marL="801608" indent="0">
              <a:buNone/>
              <a:defRPr/>
            </a:lvl5pPr>
          </a:lstStyle>
          <a:p>
            <a:pPr lvl="0"/>
            <a:r>
              <a:rPr lang="en-GB"/>
              <a:t>Subtitle Goes Here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567687" y="3296223"/>
            <a:ext cx="11120203" cy="85964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5333" b="0" i="0" spc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</a:lstStyle>
          <a:p>
            <a:r>
              <a:rPr lang="en-GB"/>
              <a:t>Presentation Title Goes Here</a:t>
            </a:r>
            <a:endParaRPr lang="en-US"/>
          </a:p>
        </p:txBody>
      </p:sp>
      <p:sp>
        <p:nvSpPr>
          <p:cNvPr id="6" name="Freeform 6"/>
          <p:cNvSpPr>
            <a:spLocks noChangeAspect="1" noEditPoints="1"/>
          </p:cNvSpPr>
          <p:nvPr/>
        </p:nvSpPr>
        <p:spPr bwMode="auto">
          <a:xfrm>
            <a:off x="625995" y="521745"/>
            <a:ext cx="1060704" cy="563500"/>
          </a:xfrm>
          <a:custGeom>
            <a:avLst/>
            <a:gdLst>
              <a:gd name="T0" fmla="*/ 2671 w 3456"/>
              <a:gd name="T1" fmla="*/ 1521 h 1834"/>
              <a:gd name="T2" fmla="*/ 2857 w 3456"/>
              <a:gd name="T3" fmla="*/ 1677 h 1834"/>
              <a:gd name="T4" fmla="*/ 2975 w 3456"/>
              <a:gd name="T5" fmla="*/ 1465 h 1834"/>
              <a:gd name="T6" fmla="*/ 1129 w 3456"/>
              <a:gd name="T7" fmla="*/ 1823 h 1834"/>
              <a:gd name="T8" fmla="*/ 3082 w 3456"/>
              <a:gd name="T9" fmla="*/ 1330 h 1834"/>
              <a:gd name="T10" fmla="*/ 3082 w 3456"/>
              <a:gd name="T11" fmla="*/ 1712 h 1834"/>
              <a:gd name="T12" fmla="*/ 2700 w 3456"/>
              <a:gd name="T13" fmla="*/ 1809 h 1834"/>
              <a:gd name="T14" fmla="*/ 2513 w 3456"/>
              <a:gd name="T15" fmla="*/ 1479 h 1834"/>
              <a:gd name="T16" fmla="*/ 2783 w 3456"/>
              <a:gd name="T17" fmla="*/ 1211 h 1834"/>
              <a:gd name="T18" fmla="*/ 2351 w 3456"/>
              <a:gd name="T19" fmla="*/ 1392 h 1834"/>
              <a:gd name="T20" fmla="*/ 2136 w 3456"/>
              <a:gd name="T21" fmla="*/ 1381 h 1834"/>
              <a:gd name="T22" fmla="*/ 2093 w 3456"/>
              <a:gd name="T23" fmla="*/ 1625 h 1834"/>
              <a:gd name="T24" fmla="*/ 2335 w 3456"/>
              <a:gd name="T25" fmla="*/ 1658 h 1834"/>
              <a:gd name="T26" fmla="*/ 2174 w 3456"/>
              <a:gd name="T27" fmla="*/ 1832 h 1834"/>
              <a:gd name="T28" fmla="*/ 1903 w 3456"/>
              <a:gd name="T29" fmla="*/ 1605 h 1834"/>
              <a:gd name="T30" fmla="*/ 2047 w 3456"/>
              <a:gd name="T31" fmla="*/ 1249 h 1834"/>
              <a:gd name="T32" fmla="*/ 748 w 3456"/>
              <a:gd name="T33" fmla="*/ 1223 h 1834"/>
              <a:gd name="T34" fmla="*/ 642 w 3456"/>
              <a:gd name="T35" fmla="*/ 1359 h 1834"/>
              <a:gd name="T36" fmla="*/ 479 w 3456"/>
              <a:gd name="T37" fmla="*/ 1550 h 1834"/>
              <a:gd name="T38" fmla="*/ 697 w 3456"/>
              <a:gd name="T39" fmla="*/ 1676 h 1834"/>
              <a:gd name="T40" fmla="*/ 692 w 3456"/>
              <a:gd name="T41" fmla="*/ 1830 h 1834"/>
              <a:gd name="T42" fmla="*/ 370 w 3456"/>
              <a:gd name="T43" fmla="*/ 1710 h 1834"/>
              <a:gd name="T44" fmla="*/ 375 w 3456"/>
              <a:gd name="T45" fmla="*/ 1326 h 1834"/>
              <a:gd name="T46" fmla="*/ 1610 w 3456"/>
              <a:gd name="T47" fmla="*/ 1211 h 1834"/>
              <a:gd name="T48" fmla="*/ 1679 w 3456"/>
              <a:gd name="T49" fmla="*/ 1350 h 1834"/>
              <a:gd name="T50" fmla="*/ 1494 w 3456"/>
              <a:gd name="T51" fmla="*/ 1373 h 1834"/>
              <a:gd name="T52" fmla="*/ 1634 w 3456"/>
              <a:gd name="T53" fmla="*/ 1470 h 1834"/>
              <a:gd name="T54" fmla="*/ 1737 w 3456"/>
              <a:gd name="T55" fmla="*/ 1694 h 1834"/>
              <a:gd name="T56" fmla="*/ 1524 w 3456"/>
              <a:gd name="T57" fmla="*/ 1833 h 1834"/>
              <a:gd name="T58" fmla="*/ 1334 w 3456"/>
              <a:gd name="T59" fmla="*/ 1678 h 1834"/>
              <a:gd name="T60" fmla="*/ 1552 w 3456"/>
              <a:gd name="T61" fmla="*/ 1690 h 1834"/>
              <a:gd name="T62" fmla="*/ 1520 w 3456"/>
              <a:gd name="T63" fmla="*/ 1584 h 1834"/>
              <a:gd name="T64" fmla="*/ 1350 w 3456"/>
              <a:gd name="T65" fmla="*/ 1473 h 1834"/>
              <a:gd name="T66" fmla="*/ 1446 w 3456"/>
              <a:gd name="T67" fmla="*/ 1227 h 1834"/>
              <a:gd name="T68" fmla="*/ 3456 w 3456"/>
              <a:gd name="T69" fmla="*/ 569 h 1834"/>
              <a:gd name="T70" fmla="*/ 3328 w 3456"/>
              <a:gd name="T71" fmla="*/ 780 h 1834"/>
              <a:gd name="T72" fmla="*/ 3381 w 3456"/>
              <a:gd name="T73" fmla="*/ 493 h 1834"/>
              <a:gd name="T74" fmla="*/ 1793 w 3456"/>
              <a:gd name="T75" fmla="*/ 766 h 1834"/>
              <a:gd name="T76" fmla="*/ 1653 w 3456"/>
              <a:gd name="T77" fmla="*/ 727 h 1834"/>
              <a:gd name="T78" fmla="*/ 113 w 3456"/>
              <a:gd name="T79" fmla="*/ 503 h 1834"/>
              <a:gd name="T80" fmla="*/ 95 w 3456"/>
              <a:gd name="T81" fmla="*/ 801 h 1834"/>
              <a:gd name="T82" fmla="*/ 10 w 3456"/>
              <a:gd name="T83" fmla="*/ 531 h 1834"/>
              <a:gd name="T84" fmla="*/ 3040 w 3456"/>
              <a:gd name="T85" fmla="*/ 340 h 1834"/>
              <a:gd name="T86" fmla="*/ 2929 w 3456"/>
              <a:gd name="T87" fmla="*/ 793 h 1834"/>
              <a:gd name="T88" fmla="*/ 2947 w 3456"/>
              <a:gd name="T89" fmla="*/ 287 h 1834"/>
              <a:gd name="T90" fmla="*/ 2214 w 3456"/>
              <a:gd name="T91" fmla="*/ 748 h 1834"/>
              <a:gd name="T92" fmla="*/ 2069 w 3456"/>
              <a:gd name="T93" fmla="*/ 748 h 1834"/>
              <a:gd name="T94" fmla="*/ 1335 w 3456"/>
              <a:gd name="T95" fmla="*/ 287 h 1834"/>
              <a:gd name="T96" fmla="*/ 1353 w 3456"/>
              <a:gd name="T97" fmla="*/ 793 h 1834"/>
              <a:gd name="T98" fmla="*/ 1242 w 3456"/>
              <a:gd name="T99" fmla="*/ 340 h 1834"/>
              <a:gd name="T100" fmla="*/ 553 w 3456"/>
              <a:gd name="T101" fmla="*/ 322 h 1834"/>
              <a:gd name="T102" fmla="*/ 468 w 3456"/>
              <a:gd name="T103" fmla="*/ 801 h 1834"/>
              <a:gd name="T104" fmla="*/ 450 w 3456"/>
              <a:gd name="T105" fmla="*/ 295 h 1834"/>
              <a:gd name="T106" fmla="*/ 2630 w 3456"/>
              <a:gd name="T107" fmla="*/ 879 h 1834"/>
              <a:gd name="T108" fmla="*/ 2490 w 3456"/>
              <a:gd name="T109" fmla="*/ 917 h 1834"/>
              <a:gd name="T110" fmla="*/ 902 w 3456"/>
              <a:gd name="T111" fmla="*/ 0 h 1834"/>
              <a:gd name="T112" fmla="*/ 955 w 3456"/>
              <a:gd name="T113" fmla="*/ 931 h 1834"/>
              <a:gd name="T114" fmla="*/ 826 w 3456"/>
              <a:gd name="T115" fmla="*/ 75 h 1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56" h="1834">
                <a:moveTo>
                  <a:pt x="2828" y="1362"/>
                </a:moveTo>
                <a:lnTo>
                  <a:pt x="2798" y="1364"/>
                </a:lnTo>
                <a:lnTo>
                  <a:pt x="2771" y="1371"/>
                </a:lnTo>
                <a:lnTo>
                  <a:pt x="2747" y="1384"/>
                </a:lnTo>
                <a:lnTo>
                  <a:pt x="2725" y="1400"/>
                </a:lnTo>
                <a:lnTo>
                  <a:pt x="2706" y="1419"/>
                </a:lnTo>
                <a:lnTo>
                  <a:pt x="2691" y="1441"/>
                </a:lnTo>
                <a:lnTo>
                  <a:pt x="2680" y="1465"/>
                </a:lnTo>
                <a:lnTo>
                  <a:pt x="2674" y="1492"/>
                </a:lnTo>
                <a:lnTo>
                  <a:pt x="2671" y="1521"/>
                </a:lnTo>
                <a:lnTo>
                  <a:pt x="2674" y="1549"/>
                </a:lnTo>
                <a:lnTo>
                  <a:pt x="2680" y="1577"/>
                </a:lnTo>
                <a:lnTo>
                  <a:pt x="2691" y="1601"/>
                </a:lnTo>
                <a:lnTo>
                  <a:pt x="2706" y="1623"/>
                </a:lnTo>
                <a:lnTo>
                  <a:pt x="2725" y="1642"/>
                </a:lnTo>
                <a:lnTo>
                  <a:pt x="2747" y="1658"/>
                </a:lnTo>
                <a:lnTo>
                  <a:pt x="2771" y="1669"/>
                </a:lnTo>
                <a:lnTo>
                  <a:pt x="2798" y="1677"/>
                </a:lnTo>
                <a:lnTo>
                  <a:pt x="2828" y="1680"/>
                </a:lnTo>
                <a:lnTo>
                  <a:pt x="2857" y="1677"/>
                </a:lnTo>
                <a:lnTo>
                  <a:pt x="2883" y="1669"/>
                </a:lnTo>
                <a:lnTo>
                  <a:pt x="2908" y="1658"/>
                </a:lnTo>
                <a:lnTo>
                  <a:pt x="2930" y="1642"/>
                </a:lnTo>
                <a:lnTo>
                  <a:pt x="2948" y="1623"/>
                </a:lnTo>
                <a:lnTo>
                  <a:pt x="2964" y="1601"/>
                </a:lnTo>
                <a:lnTo>
                  <a:pt x="2975" y="1577"/>
                </a:lnTo>
                <a:lnTo>
                  <a:pt x="2982" y="1549"/>
                </a:lnTo>
                <a:lnTo>
                  <a:pt x="2985" y="1521"/>
                </a:lnTo>
                <a:lnTo>
                  <a:pt x="2982" y="1492"/>
                </a:lnTo>
                <a:lnTo>
                  <a:pt x="2975" y="1465"/>
                </a:lnTo>
                <a:lnTo>
                  <a:pt x="2964" y="1441"/>
                </a:lnTo>
                <a:lnTo>
                  <a:pt x="2948" y="1419"/>
                </a:lnTo>
                <a:lnTo>
                  <a:pt x="2930" y="1400"/>
                </a:lnTo>
                <a:lnTo>
                  <a:pt x="2908" y="1384"/>
                </a:lnTo>
                <a:lnTo>
                  <a:pt x="2883" y="1371"/>
                </a:lnTo>
                <a:lnTo>
                  <a:pt x="2857" y="1364"/>
                </a:lnTo>
                <a:lnTo>
                  <a:pt x="2828" y="1362"/>
                </a:lnTo>
                <a:close/>
                <a:moveTo>
                  <a:pt x="977" y="1218"/>
                </a:moveTo>
                <a:lnTo>
                  <a:pt x="1129" y="1218"/>
                </a:lnTo>
                <a:lnTo>
                  <a:pt x="1129" y="1823"/>
                </a:lnTo>
                <a:lnTo>
                  <a:pt x="977" y="1823"/>
                </a:lnTo>
                <a:lnTo>
                  <a:pt x="977" y="1218"/>
                </a:lnTo>
                <a:close/>
                <a:moveTo>
                  <a:pt x="2828" y="1208"/>
                </a:moveTo>
                <a:lnTo>
                  <a:pt x="2873" y="1211"/>
                </a:lnTo>
                <a:lnTo>
                  <a:pt x="2916" y="1219"/>
                </a:lnTo>
                <a:lnTo>
                  <a:pt x="2955" y="1232"/>
                </a:lnTo>
                <a:lnTo>
                  <a:pt x="2992" y="1251"/>
                </a:lnTo>
                <a:lnTo>
                  <a:pt x="3026" y="1273"/>
                </a:lnTo>
                <a:lnTo>
                  <a:pt x="3056" y="1299"/>
                </a:lnTo>
                <a:lnTo>
                  <a:pt x="3082" y="1330"/>
                </a:lnTo>
                <a:lnTo>
                  <a:pt x="3104" y="1363"/>
                </a:lnTo>
                <a:lnTo>
                  <a:pt x="3121" y="1398"/>
                </a:lnTo>
                <a:lnTo>
                  <a:pt x="3134" y="1437"/>
                </a:lnTo>
                <a:lnTo>
                  <a:pt x="3142" y="1479"/>
                </a:lnTo>
                <a:lnTo>
                  <a:pt x="3145" y="1521"/>
                </a:lnTo>
                <a:lnTo>
                  <a:pt x="3142" y="1563"/>
                </a:lnTo>
                <a:lnTo>
                  <a:pt x="3134" y="1604"/>
                </a:lnTo>
                <a:lnTo>
                  <a:pt x="3121" y="1642"/>
                </a:lnTo>
                <a:lnTo>
                  <a:pt x="3104" y="1679"/>
                </a:lnTo>
                <a:lnTo>
                  <a:pt x="3082" y="1712"/>
                </a:lnTo>
                <a:lnTo>
                  <a:pt x="3056" y="1742"/>
                </a:lnTo>
                <a:lnTo>
                  <a:pt x="3026" y="1769"/>
                </a:lnTo>
                <a:lnTo>
                  <a:pt x="2992" y="1791"/>
                </a:lnTo>
                <a:lnTo>
                  <a:pt x="2955" y="1809"/>
                </a:lnTo>
                <a:lnTo>
                  <a:pt x="2916" y="1822"/>
                </a:lnTo>
                <a:lnTo>
                  <a:pt x="2873" y="1831"/>
                </a:lnTo>
                <a:lnTo>
                  <a:pt x="2828" y="1834"/>
                </a:lnTo>
                <a:lnTo>
                  <a:pt x="2783" y="1831"/>
                </a:lnTo>
                <a:lnTo>
                  <a:pt x="2740" y="1822"/>
                </a:lnTo>
                <a:lnTo>
                  <a:pt x="2700" y="1809"/>
                </a:lnTo>
                <a:lnTo>
                  <a:pt x="2663" y="1791"/>
                </a:lnTo>
                <a:lnTo>
                  <a:pt x="2630" y="1769"/>
                </a:lnTo>
                <a:lnTo>
                  <a:pt x="2599" y="1742"/>
                </a:lnTo>
                <a:lnTo>
                  <a:pt x="2573" y="1712"/>
                </a:lnTo>
                <a:lnTo>
                  <a:pt x="2551" y="1679"/>
                </a:lnTo>
                <a:lnTo>
                  <a:pt x="2534" y="1642"/>
                </a:lnTo>
                <a:lnTo>
                  <a:pt x="2521" y="1604"/>
                </a:lnTo>
                <a:lnTo>
                  <a:pt x="2513" y="1563"/>
                </a:lnTo>
                <a:lnTo>
                  <a:pt x="2510" y="1521"/>
                </a:lnTo>
                <a:lnTo>
                  <a:pt x="2513" y="1479"/>
                </a:lnTo>
                <a:lnTo>
                  <a:pt x="2521" y="1437"/>
                </a:lnTo>
                <a:lnTo>
                  <a:pt x="2534" y="1398"/>
                </a:lnTo>
                <a:lnTo>
                  <a:pt x="2551" y="1363"/>
                </a:lnTo>
                <a:lnTo>
                  <a:pt x="2573" y="1330"/>
                </a:lnTo>
                <a:lnTo>
                  <a:pt x="2599" y="1299"/>
                </a:lnTo>
                <a:lnTo>
                  <a:pt x="2630" y="1273"/>
                </a:lnTo>
                <a:lnTo>
                  <a:pt x="2663" y="1251"/>
                </a:lnTo>
                <a:lnTo>
                  <a:pt x="2700" y="1232"/>
                </a:lnTo>
                <a:lnTo>
                  <a:pt x="2740" y="1219"/>
                </a:lnTo>
                <a:lnTo>
                  <a:pt x="2783" y="1211"/>
                </a:lnTo>
                <a:lnTo>
                  <a:pt x="2828" y="1208"/>
                </a:lnTo>
                <a:close/>
                <a:moveTo>
                  <a:pt x="2213" y="1208"/>
                </a:moveTo>
                <a:lnTo>
                  <a:pt x="2242" y="1209"/>
                </a:lnTo>
                <a:lnTo>
                  <a:pt x="2268" y="1211"/>
                </a:lnTo>
                <a:lnTo>
                  <a:pt x="2292" y="1215"/>
                </a:lnTo>
                <a:lnTo>
                  <a:pt x="2312" y="1219"/>
                </a:lnTo>
                <a:lnTo>
                  <a:pt x="2329" y="1223"/>
                </a:lnTo>
                <a:lnTo>
                  <a:pt x="2343" y="1227"/>
                </a:lnTo>
                <a:lnTo>
                  <a:pt x="2351" y="1230"/>
                </a:lnTo>
                <a:lnTo>
                  <a:pt x="2351" y="1392"/>
                </a:lnTo>
                <a:lnTo>
                  <a:pt x="2346" y="1389"/>
                </a:lnTo>
                <a:lnTo>
                  <a:pt x="2335" y="1384"/>
                </a:lnTo>
                <a:lnTo>
                  <a:pt x="2321" y="1377"/>
                </a:lnTo>
                <a:lnTo>
                  <a:pt x="2302" y="1371"/>
                </a:lnTo>
                <a:lnTo>
                  <a:pt x="2279" y="1365"/>
                </a:lnTo>
                <a:lnTo>
                  <a:pt x="2253" y="1360"/>
                </a:lnTo>
                <a:lnTo>
                  <a:pt x="2223" y="1359"/>
                </a:lnTo>
                <a:lnTo>
                  <a:pt x="2192" y="1362"/>
                </a:lnTo>
                <a:lnTo>
                  <a:pt x="2163" y="1369"/>
                </a:lnTo>
                <a:lnTo>
                  <a:pt x="2136" y="1381"/>
                </a:lnTo>
                <a:lnTo>
                  <a:pt x="2113" y="1396"/>
                </a:lnTo>
                <a:lnTo>
                  <a:pt x="2095" y="1415"/>
                </a:lnTo>
                <a:lnTo>
                  <a:pt x="2079" y="1437"/>
                </a:lnTo>
                <a:lnTo>
                  <a:pt x="2067" y="1463"/>
                </a:lnTo>
                <a:lnTo>
                  <a:pt x="2060" y="1490"/>
                </a:lnTo>
                <a:lnTo>
                  <a:pt x="2058" y="1521"/>
                </a:lnTo>
                <a:lnTo>
                  <a:pt x="2060" y="1550"/>
                </a:lnTo>
                <a:lnTo>
                  <a:pt x="2066" y="1578"/>
                </a:lnTo>
                <a:lnTo>
                  <a:pt x="2078" y="1602"/>
                </a:lnTo>
                <a:lnTo>
                  <a:pt x="2093" y="1625"/>
                </a:lnTo>
                <a:lnTo>
                  <a:pt x="2112" y="1644"/>
                </a:lnTo>
                <a:lnTo>
                  <a:pt x="2135" y="1660"/>
                </a:lnTo>
                <a:lnTo>
                  <a:pt x="2162" y="1672"/>
                </a:lnTo>
                <a:lnTo>
                  <a:pt x="2191" y="1679"/>
                </a:lnTo>
                <a:lnTo>
                  <a:pt x="2223" y="1682"/>
                </a:lnTo>
                <a:lnTo>
                  <a:pt x="2253" y="1680"/>
                </a:lnTo>
                <a:lnTo>
                  <a:pt x="2279" y="1676"/>
                </a:lnTo>
                <a:lnTo>
                  <a:pt x="2301" y="1671"/>
                </a:lnTo>
                <a:lnTo>
                  <a:pt x="2321" y="1664"/>
                </a:lnTo>
                <a:lnTo>
                  <a:pt x="2335" y="1658"/>
                </a:lnTo>
                <a:lnTo>
                  <a:pt x="2346" y="1653"/>
                </a:lnTo>
                <a:lnTo>
                  <a:pt x="2351" y="1649"/>
                </a:lnTo>
                <a:lnTo>
                  <a:pt x="2351" y="1812"/>
                </a:lnTo>
                <a:lnTo>
                  <a:pt x="2339" y="1816"/>
                </a:lnTo>
                <a:lnTo>
                  <a:pt x="2322" y="1820"/>
                </a:lnTo>
                <a:lnTo>
                  <a:pt x="2300" y="1826"/>
                </a:lnTo>
                <a:lnTo>
                  <a:pt x="2275" y="1830"/>
                </a:lnTo>
                <a:lnTo>
                  <a:pt x="2245" y="1833"/>
                </a:lnTo>
                <a:lnTo>
                  <a:pt x="2213" y="1834"/>
                </a:lnTo>
                <a:lnTo>
                  <a:pt x="2174" y="1832"/>
                </a:lnTo>
                <a:lnTo>
                  <a:pt x="2136" y="1826"/>
                </a:lnTo>
                <a:lnTo>
                  <a:pt x="2100" y="1815"/>
                </a:lnTo>
                <a:lnTo>
                  <a:pt x="2065" y="1801"/>
                </a:lnTo>
                <a:lnTo>
                  <a:pt x="2033" y="1783"/>
                </a:lnTo>
                <a:lnTo>
                  <a:pt x="2002" y="1762"/>
                </a:lnTo>
                <a:lnTo>
                  <a:pt x="1975" y="1737"/>
                </a:lnTo>
                <a:lnTo>
                  <a:pt x="1952" y="1710"/>
                </a:lnTo>
                <a:lnTo>
                  <a:pt x="1931" y="1678"/>
                </a:lnTo>
                <a:lnTo>
                  <a:pt x="1915" y="1643"/>
                </a:lnTo>
                <a:lnTo>
                  <a:pt x="1903" y="1605"/>
                </a:lnTo>
                <a:lnTo>
                  <a:pt x="1896" y="1564"/>
                </a:lnTo>
                <a:lnTo>
                  <a:pt x="1892" y="1521"/>
                </a:lnTo>
                <a:lnTo>
                  <a:pt x="1896" y="1477"/>
                </a:lnTo>
                <a:lnTo>
                  <a:pt x="1904" y="1434"/>
                </a:lnTo>
                <a:lnTo>
                  <a:pt x="1917" y="1395"/>
                </a:lnTo>
                <a:lnTo>
                  <a:pt x="1934" y="1359"/>
                </a:lnTo>
                <a:lnTo>
                  <a:pt x="1957" y="1326"/>
                </a:lnTo>
                <a:lnTo>
                  <a:pt x="1984" y="1296"/>
                </a:lnTo>
                <a:lnTo>
                  <a:pt x="2014" y="1271"/>
                </a:lnTo>
                <a:lnTo>
                  <a:pt x="2047" y="1249"/>
                </a:lnTo>
                <a:lnTo>
                  <a:pt x="2085" y="1231"/>
                </a:lnTo>
                <a:lnTo>
                  <a:pt x="2125" y="1218"/>
                </a:lnTo>
                <a:lnTo>
                  <a:pt x="2168" y="1211"/>
                </a:lnTo>
                <a:lnTo>
                  <a:pt x="2213" y="1208"/>
                </a:lnTo>
                <a:close/>
                <a:moveTo>
                  <a:pt x="630" y="1208"/>
                </a:moveTo>
                <a:lnTo>
                  <a:pt x="660" y="1209"/>
                </a:lnTo>
                <a:lnTo>
                  <a:pt x="687" y="1211"/>
                </a:lnTo>
                <a:lnTo>
                  <a:pt x="711" y="1215"/>
                </a:lnTo>
                <a:lnTo>
                  <a:pt x="731" y="1219"/>
                </a:lnTo>
                <a:lnTo>
                  <a:pt x="748" y="1223"/>
                </a:lnTo>
                <a:lnTo>
                  <a:pt x="760" y="1227"/>
                </a:lnTo>
                <a:lnTo>
                  <a:pt x="769" y="1230"/>
                </a:lnTo>
                <a:lnTo>
                  <a:pt x="769" y="1392"/>
                </a:lnTo>
                <a:lnTo>
                  <a:pt x="763" y="1389"/>
                </a:lnTo>
                <a:lnTo>
                  <a:pt x="754" y="1384"/>
                </a:lnTo>
                <a:lnTo>
                  <a:pt x="739" y="1377"/>
                </a:lnTo>
                <a:lnTo>
                  <a:pt x="721" y="1371"/>
                </a:lnTo>
                <a:lnTo>
                  <a:pt x="697" y="1365"/>
                </a:lnTo>
                <a:lnTo>
                  <a:pt x="671" y="1360"/>
                </a:lnTo>
                <a:lnTo>
                  <a:pt x="642" y="1359"/>
                </a:lnTo>
                <a:lnTo>
                  <a:pt x="611" y="1362"/>
                </a:lnTo>
                <a:lnTo>
                  <a:pt x="581" y="1369"/>
                </a:lnTo>
                <a:lnTo>
                  <a:pt x="555" y="1381"/>
                </a:lnTo>
                <a:lnTo>
                  <a:pt x="532" y="1396"/>
                </a:lnTo>
                <a:lnTo>
                  <a:pt x="513" y="1415"/>
                </a:lnTo>
                <a:lnTo>
                  <a:pt x="497" y="1437"/>
                </a:lnTo>
                <a:lnTo>
                  <a:pt x="485" y="1463"/>
                </a:lnTo>
                <a:lnTo>
                  <a:pt x="479" y="1490"/>
                </a:lnTo>
                <a:lnTo>
                  <a:pt x="475" y="1521"/>
                </a:lnTo>
                <a:lnTo>
                  <a:pt x="479" y="1550"/>
                </a:lnTo>
                <a:lnTo>
                  <a:pt x="485" y="1578"/>
                </a:lnTo>
                <a:lnTo>
                  <a:pt x="496" y="1602"/>
                </a:lnTo>
                <a:lnTo>
                  <a:pt x="512" y="1625"/>
                </a:lnTo>
                <a:lnTo>
                  <a:pt x="531" y="1644"/>
                </a:lnTo>
                <a:lnTo>
                  <a:pt x="554" y="1660"/>
                </a:lnTo>
                <a:lnTo>
                  <a:pt x="580" y="1672"/>
                </a:lnTo>
                <a:lnTo>
                  <a:pt x="610" y="1679"/>
                </a:lnTo>
                <a:lnTo>
                  <a:pt x="642" y="1682"/>
                </a:lnTo>
                <a:lnTo>
                  <a:pt x="671" y="1680"/>
                </a:lnTo>
                <a:lnTo>
                  <a:pt x="697" y="1676"/>
                </a:lnTo>
                <a:lnTo>
                  <a:pt x="719" y="1671"/>
                </a:lnTo>
                <a:lnTo>
                  <a:pt x="738" y="1664"/>
                </a:lnTo>
                <a:lnTo>
                  <a:pt x="753" y="1658"/>
                </a:lnTo>
                <a:lnTo>
                  <a:pt x="763" y="1653"/>
                </a:lnTo>
                <a:lnTo>
                  <a:pt x="769" y="1649"/>
                </a:lnTo>
                <a:lnTo>
                  <a:pt x="769" y="1812"/>
                </a:lnTo>
                <a:lnTo>
                  <a:pt x="757" y="1816"/>
                </a:lnTo>
                <a:lnTo>
                  <a:pt x="740" y="1820"/>
                </a:lnTo>
                <a:lnTo>
                  <a:pt x="718" y="1826"/>
                </a:lnTo>
                <a:lnTo>
                  <a:pt x="692" y="1830"/>
                </a:lnTo>
                <a:lnTo>
                  <a:pt x="663" y="1833"/>
                </a:lnTo>
                <a:lnTo>
                  <a:pt x="630" y="1834"/>
                </a:lnTo>
                <a:lnTo>
                  <a:pt x="592" y="1832"/>
                </a:lnTo>
                <a:lnTo>
                  <a:pt x="554" y="1826"/>
                </a:lnTo>
                <a:lnTo>
                  <a:pt x="518" y="1815"/>
                </a:lnTo>
                <a:lnTo>
                  <a:pt x="484" y="1801"/>
                </a:lnTo>
                <a:lnTo>
                  <a:pt x="451" y="1783"/>
                </a:lnTo>
                <a:lnTo>
                  <a:pt x="421" y="1762"/>
                </a:lnTo>
                <a:lnTo>
                  <a:pt x="394" y="1737"/>
                </a:lnTo>
                <a:lnTo>
                  <a:pt x="370" y="1710"/>
                </a:lnTo>
                <a:lnTo>
                  <a:pt x="350" y="1678"/>
                </a:lnTo>
                <a:lnTo>
                  <a:pt x="333" y="1643"/>
                </a:lnTo>
                <a:lnTo>
                  <a:pt x="322" y="1605"/>
                </a:lnTo>
                <a:lnTo>
                  <a:pt x="314" y="1564"/>
                </a:lnTo>
                <a:lnTo>
                  <a:pt x="311" y="1521"/>
                </a:lnTo>
                <a:lnTo>
                  <a:pt x="314" y="1477"/>
                </a:lnTo>
                <a:lnTo>
                  <a:pt x="323" y="1434"/>
                </a:lnTo>
                <a:lnTo>
                  <a:pt x="335" y="1395"/>
                </a:lnTo>
                <a:lnTo>
                  <a:pt x="353" y="1359"/>
                </a:lnTo>
                <a:lnTo>
                  <a:pt x="375" y="1326"/>
                </a:lnTo>
                <a:lnTo>
                  <a:pt x="402" y="1296"/>
                </a:lnTo>
                <a:lnTo>
                  <a:pt x="433" y="1271"/>
                </a:lnTo>
                <a:lnTo>
                  <a:pt x="466" y="1249"/>
                </a:lnTo>
                <a:lnTo>
                  <a:pt x="503" y="1231"/>
                </a:lnTo>
                <a:lnTo>
                  <a:pt x="544" y="1218"/>
                </a:lnTo>
                <a:lnTo>
                  <a:pt x="585" y="1211"/>
                </a:lnTo>
                <a:lnTo>
                  <a:pt x="630" y="1208"/>
                </a:lnTo>
                <a:close/>
                <a:moveTo>
                  <a:pt x="1556" y="1208"/>
                </a:moveTo>
                <a:lnTo>
                  <a:pt x="1583" y="1209"/>
                </a:lnTo>
                <a:lnTo>
                  <a:pt x="1610" y="1211"/>
                </a:lnTo>
                <a:lnTo>
                  <a:pt x="1634" y="1213"/>
                </a:lnTo>
                <a:lnTo>
                  <a:pt x="1656" y="1217"/>
                </a:lnTo>
                <a:lnTo>
                  <a:pt x="1675" y="1220"/>
                </a:lnTo>
                <a:lnTo>
                  <a:pt x="1689" y="1223"/>
                </a:lnTo>
                <a:lnTo>
                  <a:pt x="1699" y="1226"/>
                </a:lnTo>
                <a:lnTo>
                  <a:pt x="1704" y="1227"/>
                </a:lnTo>
                <a:lnTo>
                  <a:pt x="1704" y="1356"/>
                </a:lnTo>
                <a:lnTo>
                  <a:pt x="1700" y="1355"/>
                </a:lnTo>
                <a:lnTo>
                  <a:pt x="1691" y="1353"/>
                </a:lnTo>
                <a:lnTo>
                  <a:pt x="1679" y="1350"/>
                </a:lnTo>
                <a:lnTo>
                  <a:pt x="1663" y="1347"/>
                </a:lnTo>
                <a:lnTo>
                  <a:pt x="1645" y="1343"/>
                </a:lnTo>
                <a:lnTo>
                  <a:pt x="1625" y="1340"/>
                </a:lnTo>
                <a:lnTo>
                  <a:pt x="1605" y="1338"/>
                </a:lnTo>
                <a:lnTo>
                  <a:pt x="1586" y="1337"/>
                </a:lnTo>
                <a:lnTo>
                  <a:pt x="1557" y="1339"/>
                </a:lnTo>
                <a:lnTo>
                  <a:pt x="1534" y="1344"/>
                </a:lnTo>
                <a:lnTo>
                  <a:pt x="1515" y="1351"/>
                </a:lnTo>
                <a:lnTo>
                  <a:pt x="1502" y="1362"/>
                </a:lnTo>
                <a:lnTo>
                  <a:pt x="1494" y="1373"/>
                </a:lnTo>
                <a:lnTo>
                  <a:pt x="1491" y="1387"/>
                </a:lnTo>
                <a:lnTo>
                  <a:pt x="1494" y="1402"/>
                </a:lnTo>
                <a:lnTo>
                  <a:pt x="1501" y="1413"/>
                </a:lnTo>
                <a:lnTo>
                  <a:pt x="1511" y="1423"/>
                </a:lnTo>
                <a:lnTo>
                  <a:pt x="1523" y="1430"/>
                </a:lnTo>
                <a:lnTo>
                  <a:pt x="1536" y="1436"/>
                </a:lnTo>
                <a:lnTo>
                  <a:pt x="1549" y="1441"/>
                </a:lnTo>
                <a:lnTo>
                  <a:pt x="1560" y="1445"/>
                </a:lnTo>
                <a:lnTo>
                  <a:pt x="1602" y="1458"/>
                </a:lnTo>
                <a:lnTo>
                  <a:pt x="1634" y="1470"/>
                </a:lnTo>
                <a:lnTo>
                  <a:pt x="1661" y="1484"/>
                </a:lnTo>
                <a:lnTo>
                  <a:pt x="1684" y="1501"/>
                </a:lnTo>
                <a:lnTo>
                  <a:pt x="1703" y="1519"/>
                </a:lnTo>
                <a:lnTo>
                  <a:pt x="1719" y="1539"/>
                </a:lnTo>
                <a:lnTo>
                  <a:pt x="1731" y="1560"/>
                </a:lnTo>
                <a:lnTo>
                  <a:pt x="1740" y="1583"/>
                </a:lnTo>
                <a:lnTo>
                  <a:pt x="1745" y="1606"/>
                </a:lnTo>
                <a:lnTo>
                  <a:pt x="1746" y="1630"/>
                </a:lnTo>
                <a:lnTo>
                  <a:pt x="1744" y="1664"/>
                </a:lnTo>
                <a:lnTo>
                  <a:pt x="1737" y="1694"/>
                </a:lnTo>
                <a:lnTo>
                  <a:pt x="1727" y="1720"/>
                </a:lnTo>
                <a:lnTo>
                  <a:pt x="1712" y="1744"/>
                </a:lnTo>
                <a:lnTo>
                  <a:pt x="1696" y="1764"/>
                </a:lnTo>
                <a:lnTo>
                  <a:pt x="1676" y="1781"/>
                </a:lnTo>
                <a:lnTo>
                  <a:pt x="1654" y="1796"/>
                </a:lnTo>
                <a:lnTo>
                  <a:pt x="1630" y="1809"/>
                </a:lnTo>
                <a:lnTo>
                  <a:pt x="1604" y="1818"/>
                </a:lnTo>
                <a:lnTo>
                  <a:pt x="1578" y="1826"/>
                </a:lnTo>
                <a:lnTo>
                  <a:pt x="1551" y="1830"/>
                </a:lnTo>
                <a:lnTo>
                  <a:pt x="1524" y="1833"/>
                </a:lnTo>
                <a:lnTo>
                  <a:pt x="1498" y="1834"/>
                </a:lnTo>
                <a:lnTo>
                  <a:pt x="1467" y="1833"/>
                </a:lnTo>
                <a:lnTo>
                  <a:pt x="1439" y="1832"/>
                </a:lnTo>
                <a:lnTo>
                  <a:pt x="1412" y="1829"/>
                </a:lnTo>
                <a:lnTo>
                  <a:pt x="1388" y="1827"/>
                </a:lnTo>
                <a:lnTo>
                  <a:pt x="1368" y="1823"/>
                </a:lnTo>
                <a:lnTo>
                  <a:pt x="1351" y="1820"/>
                </a:lnTo>
                <a:lnTo>
                  <a:pt x="1339" y="1818"/>
                </a:lnTo>
                <a:lnTo>
                  <a:pt x="1334" y="1817"/>
                </a:lnTo>
                <a:lnTo>
                  <a:pt x="1334" y="1678"/>
                </a:lnTo>
                <a:lnTo>
                  <a:pt x="1343" y="1680"/>
                </a:lnTo>
                <a:lnTo>
                  <a:pt x="1356" y="1684"/>
                </a:lnTo>
                <a:lnTo>
                  <a:pt x="1375" y="1688"/>
                </a:lnTo>
                <a:lnTo>
                  <a:pt x="1397" y="1693"/>
                </a:lnTo>
                <a:lnTo>
                  <a:pt x="1422" y="1697"/>
                </a:lnTo>
                <a:lnTo>
                  <a:pt x="1448" y="1700"/>
                </a:lnTo>
                <a:lnTo>
                  <a:pt x="1477" y="1701"/>
                </a:lnTo>
                <a:lnTo>
                  <a:pt x="1507" y="1699"/>
                </a:lnTo>
                <a:lnTo>
                  <a:pt x="1531" y="1696"/>
                </a:lnTo>
                <a:lnTo>
                  <a:pt x="1552" y="1690"/>
                </a:lnTo>
                <a:lnTo>
                  <a:pt x="1568" y="1681"/>
                </a:lnTo>
                <a:lnTo>
                  <a:pt x="1578" y="1671"/>
                </a:lnTo>
                <a:lnTo>
                  <a:pt x="1585" y="1658"/>
                </a:lnTo>
                <a:lnTo>
                  <a:pt x="1587" y="1644"/>
                </a:lnTo>
                <a:lnTo>
                  <a:pt x="1585" y="1629"/>
                </a:lnTo>
                <a:lnTo>
                  <a:pt x="1578" y="1618"/>
                </a:lnTo>
                <a:lnTo>
                  <a:pt x="1567" y="1607"/>
                </a:lnTo>
                <a:lnTo>
                  <a:pt x="1553" y="1598"/>
                </a:lnTo>
                <a:lnTo>
                  <a:pt x="1537" y="1590"/>
                </a:lnTo>
                <a:lnTo>
                  <a:pt x="1520" y="1584"/>
                </a:lnTo>
                <a:lnTo>
                  <a:pt x="1509" y="1581"/>
                </a:lnTo>
                <a:lnTo>
                  <a:pt x="1498" y="1577"/>
                </a:lnTo>
                <a:lnTo>
                  <a:pt x="1487" y="1574"/>
                </a:lnTo>
                <a:lnTo>
                  <a:pt x="1462" y="1565"/>
                </a:lnTo>
                <a:lnTo>
                  <a:pt x="1439" y="1555"/>
                </a:lnTo>
                <a:lnTo>
                  <a:pt x="1416" y="1542"/>
                </a:lnTo>
                <a:lnTo>
                  <a:pt x="1396" y="1528"/>
                </a:lnTo>
                <a:lnTo>
                  <a:pt x="1378" y="1512"/>
                </a:lnTo>
                <a:lnTo>
                  <a:pt x="1363" y="1494"/>
                </a:lnTo>
                <a:lnTo>
                  <a:pt x="1350" y="1473"/>
                </a:lnTo>
                <a:lnTo>
                  <a:pt x="1341" y="1451"/>
                </a:lnTo>
                <a:lnTo>
                  <a:pt x="1334" y="1425"/>
                </a:lnTo>
                <a:lnTo>
                  <a:pt x="1332" y="1396"/>
                </a:lnTo>
                <a:lnTo>
                  <a:pt x="1334" y="1364"/>
                </a:lnTo>
                <a:lnTo>
                  <a:pt x="1342" y="1333"/>
                </a:lnTo>
                <a:lnTo>
                  <a:pt x="1354" y="1306"/>
                </a:lnTo>
                <a:lnTo>
                  <a:pt x="1371" y="1281"/>
                </a:lnTo>
                <a:lnTo>
                  <a:pt x="1392" y="1259"/>
                </a:lnTo>
                <a:lnTo>
                  <a:pt x="1417" y="1241"/>
                </a:lnTo>
                <a:lnTo>
                  <a:pt x="1446" y="1227"/>
                </a:lnTo>
                <a:lnTo>
                  <a:pt x="1479" y="1216"/>
                </a:lnTo>
                <a:lnTo>
                  <a:pt x="1515" y="1210"/>
                </a:lnTo>
                <a:lnTo>
                  <a:pt x="1556" y="1208"/>
                </a:lnTo>
                <a:close/>
                <a:moveTo>
                  <a:pt x="3381" y="493"/>
                </a:moveTo>
                <a:lnTo>
                  <a:pt x="3400" y="496"/>
                </a:lnTo>
                <a:lnTo>
                  <a:pt x="3418" y="503"/>
                </a:lnTo>
                <a:lnTo>
                  <a:pt x="3434" y="515"/>
                </a:lnTo>
                <a:lnTo>
                  <a:pt x="3446" y="531"/>
                </a:lnTo>
                <a:lnTo>
                  <a:pt x="3453" y="548"/>
                </a:lnTo>
                <a:lnTo>
                  <a:pt x="3456" y="569"/>
                </a:lnTo>
                <a:lnTo>
                  <a:pt x="3456" y="727"/>
                </a:lnTo>
                <a:lnTo>
                  <a:pt x="3453" y="748"/>
                </a:lnTo>
                <a:lnTo>
                  <a:pt x="3446" y="766"/>
                </a:lnTo>
                <a:lnTo>
                  <a:pt x="3434" y="780"/>
                </a:lnTo>
                <a:lnTo>
                  <a:pt x="3418" y="793"/>
                </a:lnTo>
                <a:lnTo>
                  <a:pt x="3400" y="801"/>
                </a:lnTo>
                <a:lnTo>
                  <a:pt x="3381" y="803"/>
                </a:lnTo>
                <a:lnTo>
                  <a:pt x="3361" y="801"/>
                </a:lnTo>
                <a:lnTo>
                  <a:pt x="3343" y="793"/>
                </a:lnTo>
                <a:lnTo>
                  <a:pt x="3328" y="780"/>
                </a:lnTo>
                <a:lnTo>
                  <a:pt x="3316" y="766"/>
                </a:lnTo>
                <a:lnTo>
                  <a:pt x="3308" y="748"/>
                </a:lnTo>
                <a:lnTo>
                  <a:pt x="3306" y="727"/>
                </a:lnTo>
                <a:lnTo>
                  <a:pt x="3306" y="569"/>
                </a:lnTo>
                <a:lnTo>
                  <a:pt x="3308" y="548"/>
                </a:lnTo>
                <a:lnTo>
                  <a:pt x="3316" y="531"/>
                </a:lnTo>
                <a:lnTo>
                  <a:pt x="3328" y="515"/>
                </a:lnTo>
                <a:lnTo>
                  <a:pt x="3343" y="503"/>
                </a:lnTo>
                <a:lnTo>
                  <a:pt x="3361" y="496"/>
                </a:lnTo>
                <a:lnTo>
                  <a:pt x="3381" y="493"/>
                </a:lnTo>
                <a:close/>
                <a:moveTo>
                  <a:pt x="1728" y="493"/>
                </a:moveTo>
                <a:lnTo>
                  <a:pt x="1748" y="496"/>
                </a:lnTo>
                <a:lnTo>
                  <a:pt x="1766" y="503"/>
                </a:lnTo>
                <a:lnTo>
                  <a:pt x="1781" y="515"/>
                </a:lnTo>
                <a:lnTo>
                  <a:pt x="1793" y="531"/>
                </a:lnTo>
                <a:lnTo>
                  <a:pt x="1800" y="548"/>
                </a:lnTo>
                <a:lnTo>
                  <a:pt x="1803" y="569"/>
                </a:lnTo>
                <a:lnTo>
                  <a:pt x="1803" y="727"/>
                </a:lnTo>
                <a:lnTo>
                  <a:pt x="1800" y="748"/>
                </a:lnTo>
                <a:lnTo>
                  <a:pt x="1793" y="766"/>
                </a:lnTo>
                <a:lnTo>
                  <a:pt x="1781" y="780"/>
                </a:lnTo>
                <a:lnTo>
                  <a:pt x="1766" y="793"/>
                </a:lnTo>
                <a:lnTo>
                  <a:pt x="1748" y="801"/>
                </a:lnTo>
                <a:lnTo>
                  <a:pt x="1728" y="803"/>
                </a:lnTo>
                <a:lnTo>
                  <a:pt x="1708" y="801"/>
                </a:lnTo>
                <a:lnTo>
                  <a:pt x="1690" y="793"/>
                </a:lnTo>
                <a:lnTo>
                  <a:pt x="1675" y="780"/>
                </a:lnTo>
                <a:lnTo>
                  <a:pt x="1663" y="766"/>
                </a:lnTo>
                <a:lnTo>
                  <a:pt x="1656" y="748"/>
                </a:lnTo>
                <a:lnTo>
                  <a:pt x="1653" y="727"/>
                </a:lnTo>
                <a:lnTo>
                  <a:pt x="1653" y="569"/>
                </a:lnTo>
                <a:lnTo>
                  <a:pt x="1656" y="548"/>
                </a:lnTo>
                <a:lnTo>
                  <a:pt x="1663" y="531"/>
                </a:lnTo>
                <a:lnTo>
                  <a:pt x="1675" y="515"/>
                </a:lnTo>
                <a:lnTo>
                  <a:pt x="1690" y="503"/>
                </a:lnTo>
                <a:lnTo>
                  <a:pt x="1708" y="496"/>
                </a:lnTo>
                <a:lnTo>
                  <a:pt x="1728" y="493"/>
                </a:lnTo>
                <a:close/>
                <a:moveTo>
                  <a:pt x="75" y="493"/>
                </a:moveTo>
                <a:lnTo>
                  <a:pt x="95" y="496"/>
                </a:lnTo>
                <a:lnTo>
                  <a:pt x="113" y="503"/>
                </a:lnTo>
                <a:lnTo>
                  <a:pt x="129" y="515"/>
                </a:lnTo>
                <a:lnTo>
                  <a:pt x="140" y="531"/>
                </a:lnTo>
                <a:lnTo>
                  <a:pt x="148" y="548"/>
                </a:lnTo>
                <a:lnTo>
                  <a:pt x="151" y="569"/>
                </a:lnTo>
                <a:lnTo>
                  <a:pt x="151" y="727"/>
                </a:lnTo>
                <a:lnTo>
                  <a:pt x="148" y="748"/>
                </a:lnTo>
                <a:lnTo>
                  <a:pt x="140" y="766"/>
                </a:lnTo>
                <a:lnTo>
                  <a:pt x="129" y="780"/>
                </a:lnTo>
                <a:lnTo>
                  <a:pt x="113" y="793"/>
                </a:lnTo>
                <a:lnTo>
                  <a:pt x="95" y="801"/>
                </a:lnTo>
                <a:lnTo>
                  <a:pt x="75" y="803"/>
                </a:lnTo>
                <a:lnTo>
                  <a:pt x="56" y="801"/>
                </a:lnTo>
                <a:lnTo>
                  <a:pt x="38" y="793"/>
                </a:lnTo>
                <a:lnTo>
                  <a:pt x="22" y="780"/>
                </a:lnTo>
                <a:lnTo>
                  <a:pt x="10" y="766"/>
                </a:lnTo>
                <a:lnTo>
                  <a:pt x="3" y="748"/>
                </a:lnTo>
                <a:lnTo>
                  <a:pt x="0" y="727"/>
                </a:lnTo>
                <a:lnTo>
                  <a:pt x="0" y="569"/>
                </a:lnTo>
                <a:lnTo>
                  <a:pt x="3" y="548"/>
                </a:lnTo>
                <a:lnTo>
                  <a:pt x="10" y="531"/>
                </a:lnTo>
                <a:lnTo>
                  <a:pt x="22" y="515"/>
                </a:lnTo>
                <a:lnTo>
                  <a:pt x="38" y="503"/>
                </a:lnTo>
                <a:lnTo>
                  <a:pt x="56" y="496"/>
                </a:lnTo>
                <a:lnTo>
                  <a:pt x="75" y="493"/>
                </a:lnTo>
                <a:close/>
                <a:moveTo>
                  <a:pt x="2968" y="285"/>
                </a:moveTo>
                <a:lnTo>
                  <a:pt x="2988" y="287"/>
                </a:lnTo>
                <a:lnTo>
                  <a:pt x="3006" y="295"/>
                </a:lnTo>
                <a:lnTo>
                  <a:pt x="3021" y="307"/>
                </a:lnTo>
                <a:lnTo>
                  <a:pt x="3033" y="322"/>
                </a:lnTo>
                <a:lnTo>
                  <a:pt x="3040" y="340"/>
                </a:lnTo>
                <a:lnTo>
                  <a:pt x="3043" y="360"/>
                </a:lnTo>
                <a:lnTo>
                  <a:pt x="3043" y="727"/>
                </a:lnTo>
                <a:lnTo>
                  <a:pt x="3040" y="748"/>
                </a:lnTo>
                <a:lnTo>
                  <a:pt x="3033" y="766"/>
                </a:lnTo>
                <a:lnTo>
                  <a:pt x="3021" y="780"/>
                </a:lnTo>
                <a:lnTo>
                  <a:pt x="3006" y="793"/>
                </a:lnTo>
                <a:lnTo>
                  <a:pt x="2988" y="801"/>
                </a:lnTo>
                <a:lnTo>
                  <a:pt x="2968" y="803"/>
                </a:lnTo>
                <a:lnTo>
                  <a:pt x="2947" y="801"/>
                </a:lnTo>
                <a:lnTo>
                  <a:pt x="2929" y="793"/>
                </a:lnTo>
                <a:lnTo>
                  <a:pt x="2915" y="780"/>
                </a:lnTo>
                <a:lnTo>
                  <a:pt x="2903" y="766"/>
                </a:lnTo>
                <a:lnTo>
                  <a:pt x="2895" y="748"/>
                </a:lnTo>
                <a:lnTo>
                  <a:pt x="2893" y="727"/>
                </a:lnTo>
                <a:lnTo>
                  <a:pt x="2893" y="360"/>
                </a:lnTo>
                <a:lnTo>
                  <a:pt x="2895" y="340"/>
                </a:lnTo>
                <a:lnTo>
                  <a:pt x="2903" y="322"/>
                </a:lnTo>
                <a:lnTo>
                  <a:pt x="2915" y="307"/>
                </a:lnTo>
                <a:lnTo>
                  <a:pt x="2929" y="295"/>
                </a:lnTo>
                <a:lnTo>
                  <a:pt x="2947" y="287"/>
                </a:lnTo>
                <a:lnTo>
                  <a:pt x="2968" y="285"/>
                </a:lnTo>
                <a:close/>
                <a:moveTo>
                  <a:pt x="2142" y="285"/>
                </a:moveTo>
                <a:lnTo>
                  <a:pt x="2162" y="287"/>
                </a:lnTo>
                <a:lnTo>
                  <a:pt x="2179" y="295"/>
                </a:lnTo>
                <a:lnTo>
                  <a:pt x="2194" y="307"/>
                </a:lnTo>
                <a:lnTo>
                  <a:pt x="2207" y="322"/>
                </a:lnTo>
                <a:lnTo>
                  <a:pt x="2214" y="340"/>
                </a:lnTo>
                <a:lnTo>
                  <a:pt x="2216" y="360"/>
                </a:lnTo>
                <a:lnTo>
                  <a:pt x="2216" y="727"/>
                </a:lnTo>
                <a:lnTo>
                  <a:pt x="2214" y="748"/>
                </a:lnTo>
                <a:lnTo>
                  <a:pt x="2207" y="766"/>
                </a:lnTo>
                <a:lnTo>
                  <a:pt x="2194" y="780"/>
                </a:lnTo>
                <a:lnTo>
                  <a:pt x="2179" y="793"/>
                </a:lnTo>
                <a:lnTo>
                  <a:pt x="2162" y="801"/>
                </a:lnTo>
                <a:lnTo>
                  <a:pt x="2142" y="803"/>
                </a:lnTo>
                <a:lnTo>
                  <a:pt x="2122" y="801"/>
                </a:lnTo>
                <a:lnTo>
                  <a:pt x="2104" y="793"/>
                </a:lnTo>
                <a:lnTo>
                  <a:pt x="2088" y="780"/>
                </a:lnTo>
                <a:lnTo>
                  <a:pt x="2077" y="766"/>
                </a:lnTo>
                <a:lnTo>
                  <a:pt x="2069" y="748"/>
                </a:lnTo>
                <a:lnTo>
                  <a:pt x="2066" y="727"/>
                </a:lnTo>
                <a:lnTo>
                  <a:pt x="2066" y="360"/>
                </a:lnTo>
                <a:lnTo>
                  <a:pt x="2069" y="340"/>
                </a:lnTo>
                <a:lnTo>
                  <a:pt x="2077" y="322"/>
                </a:lnTo>
                <a:lnTo>
                  <a:pt x="2088" y="307"/>
                </a:lnTo>
                <a:lnTo>
                  <a:pt x="2104" y="295"/>
                </a:lnTo>
                <a:lnTo>
                  <a:pt x="2122" y="287"/>
                </a:lnTo>
                <a:lnTo>
                  <a:pt x="2142" y="285"/>
                </a:lnTo>
                <a:close/>
                <a:moveTo>
                  <a:pt x="1315" y="285"/>
                </a:moveTo>
                <a:lnTo>
                  <a:pt x="1335" y="287"/>
                </a:lnTo>
                <a:lnTo>
                  <a:pt x="1353" y="295"/>
                </a:lnTo>
                <a:lnTo>
                  <a:pt x="1368" y="307"/>
                </a:lnTo>
                <a:lnTo>
                  <a:pt x="1380" y="322"/>
                </a:lnTo>
                <a:lnTo>
                  <a:pt x="1388" y="340"/>
                </a:lnTo>
                <a:lnTo>
                  <a:pt x="1390" y="360"/>
                </a:lnTo>
                <a:lnTo>
                  <a:pt x="1390" y="727"/>
                </a:lnTo>
                <a:lnTo>
                  <a:pt x="1388" y="748"/>
                </a:lnTo>
                <a:lnTo>
                  <a:pt x="1380" y="766"/>
                </a:lnTo>
                <a:lnTo>
                  <a:pt x="1368" y="780"/>
                </a:lnTo>
                <a:lnTo>
                  <a:pt x="1353" y="793"/>
                </a:lnTo>
                <a:lnTo>
                  <a:pt x="1335" y="801"/>
                </a:lnTo>
                <a:lnTo>
                  <a:pt x="1315" y="803"/>
                </a:lnTo>
                <a:lnTo>
                  <a:pt x="1295" y="801"/>
                </a:lnTo>
                <a:lnTo>
                  <a:pt x="1277" y="793"/>
                </a:lnTo>
                <a:lnTo>
                  <a:pt x="1262" y="780"/>
                </a:lnTo>
                <a:lnTo>
                  <a:pt x="1250" y="766"/>
                </a:lnTo>
                <a:lnTo>
                  <a:pt x="1242" y="748"/>
                </a:lnTo>
                <a:lnTo>
                  <a:pt x="1240" y="727"/>
                </a:lnTo>
                <a:lnTo>
                  <a:pt x="1240" y="360"/>
                </a:lnTo>
                <a:lnTo>
                  <a:pt x="1242" y="340"/>
                </a:lnTo>
                <a:lnTo>
                  <a:pt x="1250" y="322"/>
                </a:lnTo>
                <a:lnTo>
                  <a:pt x="1262" y="307"/>
                </a:lnTo>
                <a:lnTo>
                  <a:pt x="1277" y="295"/>
                </a:lnTo>
                <a:lnTo>
                  <a:pt x="1295" y="287"/>
                </a:lnTo>
                <a:lnTo>
                  <a:pt x="1315" y="285"/>
                </a:lnTo>
                <a:close/>
                <a:moveTo>
                  <a:pt x="488" y="285"/>
                </a:moveTo>
                <a:lnTo>
                  <a:pt x="508" y="287"/>
                </a:lnTo>
                <a:lnTo>
                  <a:pt x="527" y="295"/>
                </a:lnTo>
                <a:lnTo>
                  <a:pt x="541" y="307"/>
                </a:lnTo>
                <a:lnTo>
                  <a:pt x="553" y="322"/>
                </a:lnTo>
                <a:lnTo>
                  <a:pt x="561" y="340"/>
                </a:lnTo>
                <a:lnTo>
                  <a:pt x="563" y="360"/>
                </a:lnTo>
                <a:lnTo>
                  <a:pt x="563" y="727"/>
                </a:lnTo>
                <a:lnTo>
                  <a:pt x="561" y="748"/>
                </a:lnTo>
                <a:lnTo>
                  <a:pt x="553" y="766"/>
                </a:lnTo>
                <a:lnTo>
                  <a:pt x="541" y="780"/>
                </a:lnTo>
                <a:lnTo>
                  <a:pt x="527" y="793"/>
                </a:lnTo>
                <a:lnTo>
                  <a:pt x="508" y="801"/>
                </a:lnTo>
                <a:lnTo>
                  <a:pt x="488" y="803"/>
                </a:lnTo>
                <a:lnTo>
                  <a:pt x="468" y="801"/>
                </a:lnTo>
                <a:lnTo>
                  <a:pt x="450" y="793"/>
                </a:lnTo>
                <a:lnTo>
                  <a:pt x="436" y="780"/>
                </a:lnTo>
                <a:lnTo>
                  <a:pt x="423" y="766"/>
                </a:lnTo>
                <a:lnTo>
                  <a:pt x="416" y="748"/>
                </a:lnTo>
                <a:lnTo>
                  <a:pt x="414" y="727"/>
                </a:lnTo>
                <a:lnTo>
                  <a:pt x="414" y="360"/>
                </a:lnTo>
                <a:lnTo>
                  <a:pt x="416" y="340"/>
                </a:lnTo>
                <a:lnTo>
                  <a:pt x="423" y="322"/>
                </a:lnTo>
                <a:lnTo>
                  <a:pt x="436" y="307"/>
                </a:lnTo>
                <a:lnTo>
                  <a:pt x="450" y="295"/>
                </a:lnTo>
                <a:lnTo>
                  <a:pt x="468" y="287"/>
                </a:lnTo>
                <a:lnTo>
                  <a:pt x="488" y="285"/>
                </a:lnTo>
                <a:close/>
                <a:moveTo>
                  <a:pt x="2555" y="0"/>
                </a:moveTo>
                <a:lnTo>
                  <a:pt x="2575" y="2"/>
                </a:lnTo>
                <a:lnTo>
                  <a:pt x="2593" y="10"/>
                </a:lnTo>
                <a:lnTo>
                  <a:pt x="2608" y="22"/>
                </a:lnTo>
                <a:lnTo>
                  <a:pt x="2619" y="37"/>
                </a:lnTo>
                <a:lnTo>
                  <a:pt x="2628" y="55"/>
                </a:lnTo>
                <a:lnTo>
                  <a:pt x="2630" y="75"/>
                </a:lnTo>
                <a:lnTo>
                  <a:pt x="2630" y="879"/>
                </a:lnTo>
                <a:lnTo>
                  <a:pt x="2628" y="899"/>
                </a:lnTo>
                <a:lnTo>
                  <a:pt x="2619" y="917"/>
                </a:lnTo>
                <a:lnTo>
                  <a:pt x="2608" y="931"/>
                </a:lnTo>
                <a:lnTo>
                  <a:pt x="2593" y="944"/>
                </a:lnTo>
                <a:lnTo>
                  <a:pt x="2575" y="951"/>
                </a:lnTo>
                <a:lnTo>
                  <a:pt x="2555" y="953"/>
                </a:lnTo>
                <a:lnTo>
                  <a:pt x="2535" y="951"/>
                </a:lnTo>
                <a:lnTo>
                  <a:pt x="2517" y="944"/>
                </a:lnTo>
                <a:lnTo>
                  <a:pt x="2502" y="931"/>
                </a:lnTo>
                <a:lnTo>
                  <a:pt x="2490" y="917"/>
                </a:lnTo>
                <a:lnTo>
                  <a:pt x="2483" y="899"/>
                </a:lnTo>
                <a:lnTo>
                  <a:pt x="2480" y="879"/>
                </a:lnTo>
                <a:lnTo>
                  <a:pt x="2480" y="75"/>
                </a:lnTo>
                <a:lnTo>
                  <a:pt x="2483" y="55"/>
                </a:lnTo>
                <a:lnTo>
                  <a:pt x="2490" y="37"/>
                </a:lnTo>
                <a:lnTo>
                  <a:pt x="2502" y="22"/>
                </a:lnTo>
                <a:lnTo>
                  <a:pt x="2517" y="10"/>
                </a:lnTo>
                <a:lnTo>
                  <a:pt x="2535" y="2"/>
                </a:lnTo>
                <a:lnTo>
                  <a:pt x="2555" y="0"/>
                </a:lnTo>
                <a:close/>
                <a:moveTo>
                  <a:pt x="902" y="0"/>
                </a:moveTo>
                <a:lnTo>
                  <a:pt x="922" y="2"/>
                </a:lnTo>
                <a:lnTo>
                  <a:pt x="939" y="10"/>
                </a:lnTo>
                <a:lnTo>
                  <a:pt x="955" y="22"/>
                </a:lnTo>
                <a:lnTo>
                  <a:pt x="967" y="37"/>
                </a:lnTo>
                <a:lnTo>
                  <a:pt x="974" y="55"/>
                </a:lnTo>
                <a:lnTo>
                  <a:pt x="977" y="75"/>
                </a:lnTo>
                <a:lnTo>
                  <a:pt x="977" y="879"/>
                </a:lnTo>
                <a:lnTo>
                  <a:pt x="974" y="899"/>
                </a:lnTo>
                <a:lnTo>
                  <a:pt x="967" y="917"/>
                </a:lnTo>
                <a:lnTo>
                  <a:pt x="955" y="931"/>
                </a:lnTo>
                <a:lnTo>
                  <a:pt x="939" y="944"/>
                </a:lnTo>
                <a:lnTo>
                  <a:pt x="922" y="951"/>
                </a:lnTo>
                <a:lnTo>
                  <a:pt x="902" y="953"/>
                </a:lnTo>
                <a:lnTo>
                  <a:pt x="882" y="951"/>
                </a:lnTo>
                <a:lnTo>
                  <a:pt x="864" y="944"/>
                </a:lnTo>
                <a:lnTo>
                  <a:pt x="848" y="931"/>
                </a:lnTo>
                <a:lnTo>
                  <a:pt x="837" y="917"/>
                </a:lnTo>
                <a:lnTo>
                  <a:pt x="829" y="899"/>
                </a:lnTo>
                <a:lnTo>
                  <a:pt x="826" y="879"/>
                </a:lnTo>
                <a:lnTo>
                  <a:pt x="826" y="75"/>
                </a:lnTo>
                <a:lnTo>
                  <a:pt x="829" y="55"/>
                </a:lnTo>
                <a:lnTo>
                  <a:pt x="837" y="37"/>
                </a:lnTo>
                <a:lnTo>
                  <a:pt x="848" y="22"/>
                </a:lnTo>
                <a:lnTo>
                  <a:pt x="864" y="10"/>
                </a:lnTo>
                <a:lnTo>
                  <a:pt x="882" y="2"/>
                </a:lnTo>
                <a:lnTo>
                  <a:pt x="90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4800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Segu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tx2"/>
                </a:solidFill>
                <a:latin typeface="+mj-ea"/>
                <a:ea typeface="+mj-ea"/>
                <a:cs typeface="CiscoSansTT Thin" charset="0"/>
              </a:defRPr>
            </a:lvl1pPr>
          </a:lstStyle>
          <a:p>
            <a:r>
              <a:rPr lang="en-GB"/>
              <a:t>Section Title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33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Half_Page_Text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680720"/>
            <a:ext cx="5078396" cy="87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96618" y="680720"/>
            <a:ext cx="4734983" cy="5440680"/>
          </a:xfrm>
          <a:prstGeom prst="rect">
            <a:avLst/>
          </a:prstGeom>
        </p:spPr>
        <p:txBody>
          <a:bodyPr lIns="0" rIns="0"/>
          <a:lstStyle>
            <a:lvl1pPr marL="152396" indent="-152396">
              <a:lnSpc>
                <a:spcPct val="100000"/>
              </a:lnSpc>
              <a:buClr>
                <a:schemeClr val="tx1"/>
              </a:buClr>
              <a:buSzPct val="60000"/>
              <a:defRPr sz="2667">
                <a:latin typeface="+mn-ea"/>
                <a:ea typeface="+mn-ea"/>
              </a:defRPr>
            </a:lvl1pPr>
            <a:lvl2pPr marL="304792" indent="-152396">
              <a:lnSpc>
                <a:spcPct val="100000"/>
              </a:lnSpc>
              <a:buClr>
                <a:schemeClr val="tx1"/>
              </a:buClr>
              <a:buSzPct val="60000"/>
              <a:defRPr sz="2667">
                <a:latin typeface="+mn-ea"/>
                <a:ea typeface="+mn-ea"/>
              </a:defRPr>
            </a:lvl2pPr>
            <a:lvl3pPr marL="457189" indent="-152396">
              <a:lnSpc>
                <a:spcPct val="100000"/>
              </a:lnSpc>
              <a:buClr>
                <a:schemeClr val="tx1"/>
              </a:buClr>
              <a:buSzPct val="60000"/>
              <a:defRPr sz="2400">
                <a:latin typeface="+mn-ea"/>
                <a:ea typeface="+mn-ea"/>
              </a:defRPr>
            </a:lvl3pPr>
            <a:lvl4pPr marL="609585" indent="-165096">
              <a:lnSpc>
                <a:spcPct val="100000"/>
              </a:lnSpc>
              <a:buClr>
                <a:schemeClr val="tx1"/>
              </a:buClr>
              <a:buSzPct val="60000"/>
              <a:defRPr sz="2133">
                <a:latin typeface="+mn-ea"/>
                <a:ea typeface="+mn-ea"/>
              </a:defRPr>
            </a:lvl4pPr>
            <a:lvl5pPr marL="766214" indent="-156629">
              <a:lnSpc>
                <a:spcPct val="100000"/>
              </a:lnSpc>
              <a:buClr>
                <a:schemeClr val="tx1"/>
              </a:buClr>
              <a:buSzPct val="60000"/>
              <a:defRPr sz="2133"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83689" y="2213123"/>
            <a:ext cx="5078396" cy="3908277"/>
          </a:xfrm>
          <a:prstGeom prst="rect">
            <a:avLst/>
          </a:prstGeom>
        </p:spPr>
        <p:txBody>
          <a:bodyPr/>
          <a:lstStyle>
            <a:lvl1pPr marL="152396" indent="-152396">
              <a:buClr>
                <a:schemeClr val="tx2"/>
              </a:buClr>
              <a:buSzPct val="60000"/>
              <a:defRPr lang="en-US" sz="2667" kern="12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"/>
              </a:defRPr>
            </a:lvl1pPr>
            <a:lvl2pPr marL="304792" indent="-152396">
              <a:buClr>
                <a:schemeClr val="tx2"/>
              </a:buClr>
              <a:buSzPct val="60000"/>
              <a:defRPr sz="2667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2pPr>
            <a:lvl3pPr marL="457189" indent="-152396">
              <a:buClr>
                <a:schemeClr val="tx2"/>
              </a:buClr>
              <a:buSzPct val="60000"/>
              <a:defRPr sz="240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3pPr>
            <a:lvl4pPr marL="609585" indent="-165096">
              <a:buClr>
                <a:schemeClr val="tx2"/>
              </a:buClr>
              <a:buSzPct val="60000"/>
              <a:defRPr sz="2133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4pPr>
            <a:lvl5pPr marL="766214" indent="-156629">
              <a:buClr>
                <a:schemeClr val="tx2"/>
              </a:buClr>
              <a:buSzPct val="60000"/>
              <a:defRPr sz="2133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47895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72640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2675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Half_Pag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6786034" y="670984"/>
            <a:ext cx="4745567" cy="54504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アイコンをクリックしてグラフを追加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239895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13875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Half_Page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0"/>
          </p:nvPr>
        </p:nvSpPr>
        <p:spPr>
          <a:xfrm>
            <a:off x="6786034" y="670984"/>
            <a:ext cx="4745567" cy="54504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アイコンをクリックして表を追加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4"/>
            <a:ext cx="454270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94447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Half_Page_Picture_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106790" y="0"/>
            <a:ext cx="608520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399267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56532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Half_Page_Picture_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latin typeface="+mj-ea"/>
              <a:ea typeface="+mj-ea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786034" y="709084"/>
            <a:ext cx="4745567" cy="448646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786034" y="5416468"/>
            <a:ext cx="4745567" cy="7001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67">
                <a:latin typeface="+mn-ea"/>
                <a:ea typeface="+mn-ea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636906" y="6322205"/>
            <a:ext cx="3817557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948244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Half_Pa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bg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2220243"/>
            <a:ext cx="4882699" cy="390115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60000"/>
              <a:buFont typeface="Arial"/>
              <a:buChar char="•"/>
              <a:defRPr sz="2667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60000"/>
              <a:buFont typeface="Arial"/>
              <a:buChar char="•"/>
              <a:defRPr sz="2400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2pPr>
            <a:lvl3pPr marL="537620" indent="-152396">
              <a:buClr>
                <a:schemeClr val="tx2"/>
              </a:buClr>
              <a:buSzPct val="60000"/>
              <a:buFont typeface="Arial"/>
              <a:buChar char="•"/>
              <a:defRPr sz="2133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3pPr>
            <a:lvl4pPr marL="690016" indent="-152396">
              <a:buClr>
                <a:schemeClr val="tx2"/>
              </a:buClr>
              <a:buSzPct val="60000"/>
              <a:buFont typeface="Arial"/>
              <a:buChar char="•"/>
              <a:defRPr sz="1867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4pPr>
            <a:lvl5pPr marL="842412" indent="-152396">
              <a:buClr>
                <a:schemeClr val="tx2"/>
              </a:buClr>
              <a:buSzPct val="60000"/>
              <a:buFont typeface="Arial"/>
              <a:buChar char="•"/>
              <a:defRPr sz="1600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5pPr>
          </a:lstStyle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455085"/>
            <a:ext cx="4915412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42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4"/>
            <a:ext cx="4757856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13067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259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0E872-C45D-2645-AD99-BC0578CA78D3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33A111A-36FD-C647-8309-2960AAC18F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88574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1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5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1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301738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3502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91441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255176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79534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 dirty="0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40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82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145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63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996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36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25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00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83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421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33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3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85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1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3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02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51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35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23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2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</a:t>
            </a:r>
            <a:br>
              <a:rPr lang="en-US" dirty="0"/>
            </a:br>
            <a:r>
              <a:rPr lang="en-US" dirty="0"/>
              <a:t>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95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33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94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687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77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41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33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41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40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6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“Quote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no </a:t>
            </a:r>
            <a:r>
              <a:rPr lang="en-GB" dirty="0" err="1"/>
              <a:t>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481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157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49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66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68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41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115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32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756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77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51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22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95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1432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207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1602317"/>
            <a:ext cx="11036459" cy="4519083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92" indent="-228594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80000"/>
              <a:buFont typeface="Arial"/>
              <a:buChar char="•"/>
              <a:defRPr sz="2667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1pPr>
            <a:lvl2pPr marL="609585" indent="-220128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2pPr>
            <a:lvl3pPr marL="914377" indent="-146047">
              <a:buClr>
                <a:schemeClr val="tx1"/>
              </a:buClr>
              <a:buSzPct val="80000"/>
              <a:buFont typeface="Arial"/>
              <a:buChar char="•"/>
              <a:defRPr sz="2133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3pPr>
            <a:lvl4pPr marL="1214683" indent="-228548">
              <a:buClr>
                <a:schemeClr val="tx1"/>
              </a:buClr>
              <a:buSzPct val="80000"/>
              <a:buFont typeface="Arial"/>
              <a:buChar char="•"/>
              <a:defRPr sz="1867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4pPr>
            <a:lvl5pPr marL="1443231" indent="-224314">
              <a:buClr>
                <a:schemeClr val="tx1"/>
              </a:buClr>
              <a:buSzPct val="80000"/>
              <a:buFont typeface="Arial"/>
              <a:buChar char="•"/>
              <a:defRPr sz="1600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32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62.xml"/><Relationship Id="rId39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57.xml"/><Relationship Id="rId34" Type="http://schemas.openxmlformats.org/officeDocument/2006/relationships/slideLayout" Target="../slideLayouts/slideLayout70.xml"/><Relationship Id="rId42" Type="http://schemas.openxmlformats.org/officeDocument/2006/relationships/slideLayout" Target="../slideLayouts/slideLayout78.xml"/><Relationship Id="rId47" Type="http://schemas.openxmlformats.org/officeDocument/2006/relationships/slideLayout" Target="../slideLayouts/slideLayout83.xml"/><Relationship Id="rId50" Type="http://schemas.openxmlformats.org/officeDocument/2006/relationships/slideLayout" Target="../slideLayouts/slideLayout86.xml"/><Relationship Id="rId55" Type="http://schemas.openxmlformats.org/officeDocument/2006/relationships/slideLayout" Target="../slideLayouts/slideLayout91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32" Type="http://schemas.openxmlformats.org/officeDocument/2006/relationships/slideLayout" Target="../slideLayouts/slideLayout68.xml"/><Relationship Id="rId37" Type="http://schemas.openxmlformats.org/officeDocument/2006/relationships/slideLayout" Target="../slideLayouts/slideLayout73.xml"/><Relationship Id="rId40" Type="http://schemas.openxmlformats.org/officeDocument/2006/relationships/slideLayout" Target="../slideLayouts/slideLayout76.xml"/><Relationship Id="rId45" Type="http://schemas.openxmlformats.org/officeDocument/2006/relationships/slideLayout" Target="../slideLayouts/slideLayout81.xml"/><Relationship Id="rId53" Type="http://schemas.openxmlformats.org/officeDocument/2006/relationships/slideLayout" Target="../slideLayouts/slideLayout89.xml"/><Relationship Id="rId5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63.xml"/><Relationship Id="rId30" Type="http://schemas.openxmlformats.org/officeDocument/2006/relationships/slideLayout" Target="../slideLayouts/slideLayout66.xml"/><Relationship Id="rId35" Type="http://schemas.openxmlformats.org/officeDocument/2006/relationships/slideLayout" Target="../slideLayouts/slideLayout71.xml"/><Relationship Id="rId43" Type="http://schemas.openxmlformats.org/officeDocument/2006/relationships/slideLayout" Target="../slideLayouts/slideLayout79.xml"/><Relationship Id="rId48" Type="http://schemas.openxmlformats.org/officeDocument/2006/relationships/slideLayout" Target="../slideLayouts/slideLayout84.xml"/><Relationship Id="rId56" Type="http://schemas.openxmlformats.org/officeDocument/2006/relationships/theme" Target="../theme/theme2.xml"/><Relationship Id="rId8" Type="http://schemas.openxmlformats.org/officeDocument/2006/relationships/slideLayout" Target="../slideLayouts/slideLayout44.xml"/><Relationship Id="rId51" Type="http://schemas.openxmlformats.org/officeDocument/2006/relationships/slideLayout" Target="../slideLayouts/slideLayout87.xml"/><Relationship Id="rId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61.xml"/><Relationship Id="rId33" Type="http://schemas.openxmlformats.org/officeDocument/2006/relationships/slideLayout" Target="../slideLayouts/slideLayout69.xml"/><Relationship Id="rId38" Type="http://schemas.openxmlformats.org/officeDocument/2006/relationships/slideLayout" Target="../slideLayouts/slideLayout74.xml"/><Relationship Id="rId46" Type="http://schemas.openxmlformats.org/officeDocument/2006/relationships/slideLayout" Target="../slideLayouts/slideLayout82.xml"/><Relationship Id="rId20" Type="http://schemas.openxmlformats.org/officeDocument/2006/relationships/slideLayout" Target="../slideLayouts/slideLayout56.xml"/><Relationship Id="rId41" Type="http://schemas.openxmlformats.org/officeDocument/2006/relationships/slideLayout" Target="../slideLayouts/slideLayout77.xml"/><Relationship Id="rId54" Type="http://schemas.openxmlformats.org/officeDocument/2006/relationships/slideLayout" Target="../slideLayouts/slideLayout90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4.xml"/><Relationship Id="rId36" Type="http://schemas.openxmlformats.org/officeDocument/2006/relationships/slideLayout" Target="../slideLayouts/slideLayout72.xml"/><Relationship Id="rId49" Type="http://schemas.openxmlformats.org/officeDocument/2006/relationships/slideLayout" Target="../slideLayouts/slideLayout85.xml"/><Relationship Id="rId57" Type="http://schemas.openxmlformats.org/officeDocument/2006/relationships/image" Target="../media/image1.svg"/><Relationship Id="rId10" Type="http://schemas.openxmlformats.org/officeDocument/2006/relationships/slideLayout" Target="../slideLayouts/slideLayout46.xml"/><Relationship Id="rId31" Type="http://schemas.openxmlformats.org/officeDocument/2006/relationships/slideLayout" Target="../slideLayouts/slideLayout67.xml"/><Relationship Id="rId44" Type="http://schemas.openxmlformats.org/officeDocument/2006/relationships/slideLayout" Target="../slideLayouts/slideLayout80.xml"/><Relationship Id="rId52" Type="http://schemas.openxmlformats.org/officeDocument/2006/relationships/slideLayout" Target="../slideLayouts/slideLayout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Title Goes Here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636906" y="6322204"/>
            <a:ext cx="453473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defTabSz="8143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spc="27" baseline="0">
                <a:solidFill>
                  <a:schemeClr val="bg2">
                    <a:lumMod val="6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AE405DF-87C4-B218-9F6B-F6FABB6A8C0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1692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2" r:id="rId28"/>
    <p:sldLayoutId id="2147483694" r:id="rId29"/>
    <p:sldLayoutId id="2147483695" r:id="rId30"/>
    <p:sldLayoutId id="2147483696" r:id="rId31"/>
    <p:sldLayoutId id="2147483697" r:id="rId32"/>
    <p:sldLayoutId id="2147483698" r:id="rId33"/>
    <p:sldLayoutId id="2147483699" r:id="rId34"/>
    <p:sldLayoutId id="2147483700" r:id="rId35"/>
    <p:sldLayoutId id="2147483702" r:id="rId36"/>
  </p:sldLayoutIdLst>
  <p:txStyles>
    <p:titleStyle>
      <a:lvl1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lang="en-US" sz="3733" b="0" i="0" u="none" kern="1200" dirty="0">
          <a:solidFill>
            <a:schemeClr val="tx2"/>
          </a:solidFill>
          <a:latin typeface="+mj-ea"/>
          <a:ea typeface="+mj-ea"/>
          <a:cs typeface="CiscoSansTT Thin" charset="0"/>
        </a:defRPr>
      </a:lvl1pPr>
      <a:lvl2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5pPr>
      <a:lvl6pPr marL="609585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70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54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39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226478" indent="-226478" algn="l" defTabSz="912261" rtl="0" eaLnBrk="1" fontAlgn="base" hangingPunct="1">
        <a:lnSpc>
          <a:spcPct val="95000"/>
        </a:lnSpc>
        <a:spcBef>
          <a:spcPts val="1433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kumimoji="1" lang="en-US" sz="20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478355" indent="-287859" algn="l" defTabSz="912261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•"/>
        <a:defRPr kumimoji="1" lang="en-US" sz="18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575719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kumimoji="1" lang="en-US" sz="16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670967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kumimoji="1"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766214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kumimoji="1"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1151779" indent="-228588" algn="l" defTabSz="914346" rtl="0" eaLnBrk="1" latinLnBrk="0" hangingPunct="1">
        <a:spcBef>
          <a:spcPts val="800"/>
        </a:spcBef>
        <a:buFont typeface="Arial" pitchFamily="34" charset="0"/>
        <a:buChar char="•"/>
        <a:defRPr kumimoji="1"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61" indent="-228557" algn="l" defTabSz="914346" rtl="0" eaLnBrk="1" latinLnBrk="0" hangingPunct="1">
        <a:spcBef>
          <a:spcPts val="800"/>
        </a:spcBef>
        <a:buFont typeface="Arial" pitchFamily="34" charset="0"/>
        <a:buChar char="•"/>
        <a:defRPr kumimoji="1"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13" indent="0" algn="l" defTabSz="914346" rtl="0" eaLnBrk="1" latinLnBrk="0" hangingPunct="1">
        <a:spcBef>
          <a:spcPct val="20000"/>
        </a:spcBef>
        <a:buFont typeface="Arial" pitchFamily="34" charset="0"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4" indent="-228588" algn="l" defTabSz="914346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0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46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9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4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4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1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3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389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92">
          <p15:clr>
            <a:srgbClr val="F26B43"/>
          </p15:clr>
        </p15:guide>
        <p15:guide id="2" pos="336">
          <p15:clr>
            <a:srgbClr val="F26B43"/>
          </p15:clr>
        </p15:guide>
        <p15:guide id="3" pos="5448">
          <p15:clr>
            <a:srgbClr val="F26B43"/>
          </p15:clr>
        </p15:guide>
        <p15:guide id="4" orient="horz" pos="757">
          <p15:clr>
            <a:srgbClr val="F26B43"/>
          </p15:clr>
        </p15:guide>
        <p15:guide id="5" orient="horz" pos="335">
          <p15:clr>
            <a:srgbClr val="F26B43"/>
          </p15:clr>
        </p15:guide>
        <p15:guide id="6" pos="2876">
          <p15:clr>
            <a:srgbClr val="F26B43"/>
          </p15:clr>
        </p15:guide>
        <p15:guide id="7" orient="horz" pos="104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 userDrawn="1"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rPr>
              <a:t>© 2025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346588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  <p:sldLayoutId id="2147483757" r:id="rId53"/>
    <p:sldLayoutId id="2147483758" r:id="rId54"/>
    <p:sldLayoutId id="2147483760" r:id="rId5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kumimoji="1"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kumimoji="1"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kumimoji="1"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kumimoji="1"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kumimoji="1"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kumimoji="1"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kumimoji="1"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kumimoji="1"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>
          <p15:clr>
            <a:srgbClr val="F26B43"/>
          </p15:clr>
        </p15:guide>
        <p15:guide id="3" pos="7476">
          <p15:clr>
            <a:srgbClr val="F26B43"/>
          </p15:clr>
        </p15:guide>
        <p15:guide id="6" pos="3840">
          <p15:clr>
            <a:srgbClr val="F26B43"/>
          </p15:clr>
        </p15:guide>
        <p15:guide id="9" orient="horz" pos="3827">
          <p15:clr>
            <a:srgbClr val="9FCC3B"/>
          </p15:clr>
        </p15:guide>
        <p15:guide id="10" orient="horz" pos="202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>
          <p15:clr>
            <a:srgbClr val="A4A3A4"/>
          </p15:clr>
        </p15:guide>
        <p15:guide id="13" orient="horz" pos="2552">
          <p15:clr>
            <a:srgbClr val="A4A3A4"/>
          </p15:clr>
        </p15:guide>
        <p15:guide id="14" orient="horz" pos="600">
          <p15:clr>
            <a:srgbClr val="A4A3A4"/>
          </p15:clr>
        </p15:guide>
        <p15:guide id="15" orient="horz" pos="1766">
          <p15:clr>
            <a:srgbClr val="A4A3A4"/>
          </p15:clr>
        </p15:guide>
        <p15:guide id="16" orient="horz" pos="2355">
          <p15:clr>
            <a:srgbClr val="A4A3A4"/>
          </p15:clr>
        </p15:guide>
        <p15:guide id="18" orient="horz" pos="4118">
          <p15:clr>
            <a:srgbClr val="F26B43"/>
          </p15:clr>
        </p15:guide>
        <p15:guide id="19" orient="horz" pos="1178">
          <p15:clr>
            <a:srgbClr val="A4A3A4"/>
          </p15:clr>
        </p15:guide>
        <p15:guide id="20" orient="horz" pos="1374">
          <p15:clr>
            <a:srgbClr val="A4A3A4"/>
          </p15:clr>
        </p15:guide>
        <p15:guide id="21" orient="horz" pos="1570">
          <p15:clr>
            <a:srgbClr val="A4A3A4"/>
          </p15:clr>
        </p15:guide>
        <p15:guide id="22" pos="703">
          <p15:clr>
            <a:srgbClr val="A4A3A4"/>
          </p15:clr>
        </p15:guide>
        <p15:guide id="23" pos="820">
          <p15:clr>
            <a:srgbClr val="A4A3A4"/>
          </p15:clr>
        </p15:guide>
        <p15:guide id="24" pos="1321">
          <p15:clr>
            <a:srgbClr val="A4A3A4"/>
          </p15:clr>
        </p15:guide>
        <p15:guide id="25" pos="1435">
          <p15:clr>
            <a:srgbClr val="A4A3A4"/>
          </p15:clr>
        </p15:guide>
        <p15:guide id="26" pos="1936">
          <p15:clr>
            <a:srgbClr val="A4A3A4"/>
          </p15:clr>
        </p15:guide>
        <p15:guide id="27" pos="2051">
          <p15:clr>
            <a:srgbClr val="A4A3A4"/>
          </p15:clr>
        </p15:guide>
        <p15:guide id="28" pos="2551">
          <p15:clr>
            <a:srgbClr val="A4A3A4"/>
          </p15:clr>
        </p15:guide>
        <p15:guide id="29" pos="2665">
          <p15:clr>
            <a:srgbClr val="A4A3A4"/>
          </p15:clr>
        </p15:guide>
        <p15:guide id="30" pos="3167">
          <p15:clr>
            <a:srgbClr val="A4A3A4"/>
          </p15:clr>
        </p15:guide>
        <p15:guide id="31" pos="3281">
          <p15:clr>
            <a:srgbClr val="A4A3A4"/>
          </p15:clr>
        </p15:guide>
        <p15:guide id="32" pos="3783">
          <p15:clr>
            <a:srgbClr val="A4A3A4"/>
          </p15:clr>
        </p15:guide>
        <p15:guide id="33" pos="3896">
          <p15:clr>
            <a:srgbClr val="A4A3A4"/>
          </p15:clr>
        </p15:guide>
        <p15:guide id="34" pos="4397">
          <p15:clr>
            <a:srgbClr val="A4A3A4"/>
          </p15:clr>
        </p15:guide>
        <p15:guide id="35" pos="4512">
          <p15:clr>
            <a:srgbClr val="A4A3A4"/>
          </p15:clr>
        </p15:guide>
        <p15:guide id="36" pos="5013">
          <p15:clr>
            <a:srgbClr val="A4A3A4"/>
          </p15:clr>
        </p15:guide>
        <p15:guide id="37" pos="5128">
          <p15:clr>
            <a:srgbClr val="A4A3A4"/>
          </p15:clr>
        </p15:guide>
        <p15:guide id="38" pos="5629">
          <p15:clr>
            <a:srgbClr val="A4A3A4"/>
          </p15:clr>
        </p15:guide>
        <p15:guide id="39" pos="5742">
          <p15:clr>
            <a:srgbClr val="A4A3A4"/>
          </p15:clr>
        </p15:guide>
        <p15:guide id="40" pos="6244">
          <p15:clr>
            <a:srgbClr val="A4A3A4"/>
          </p15:clr>
        </p15:guide>
        <p15:guide id="41" pos="6359">
          <p15:clr>
            <a:srgbClr val="A4A3A4"/>
          </p15:clr>
        </p15:guide>
        <p15:guide id="42" pos="6859">
          <p15:clr>
            <a:srgbClr val="A4A3A4"/>
          </p15:clr>
        </p15:guide>
        <p15:guide id="43" pos="6975">
          <p15:clr>
            <a:srgbClr val="A4A3A4"/>
          </p15:clr>
        </p15:guide>
        <p15:guide id="44" orient="horz" pos="784">
          <p15:clr>
            <a:srgbClr val="A4A3A4"/>
          </p15:clr>
        </p15:guide>
        <p15:guide id="45" orient="horz" pos="980">
          <p15:clr>
            <a:srgbClr val="A4A3A4"/>
          </p15:clr>
        </p15:guide>
        <p15:guide id="46" orient="horz" pos="1962">
          <p15:clr>
            <a:srgbClr val="A4A3A4"/>
          </p15:clr>
        </p15:guide>
        <p15:guide id="47" orient="horz" pos="2747">
          <p15:clr>
            <a:srgbClr val="A4A3A4"/>
          </p15:clr>
        </p15:guide>
        <p15:guide id="48" orient="horz" pos="2945">
          <p15:clr>
            <a:srgbClr val="A4A3A4"/>
          </p15:clr>
        </p15:guide>
        <p15:guide id="49" orient="horz" pos="3141">
          <p15:clr>
            <a:srgbClr val="A4A3A4"/>
          </p15:clr>
        </p15:guide>
        <p15:guide id="50" orient="horz" pos="3337">
          <p15:clr>
            <a:srgbClr val="A4A3A4"/>
          </p15:clr>
        </p15:guide>
        <p15:guide id="51" orient="horz" pos="3535">
          <p15:clr>
            <a:srgbClr val="A4A3A4"/>
          </p15:clr>
        </p15:guide>
        <p15:guide id="52" orient="horz" pos="3730">
          <p15:clr>
            <a:srgbClr val="A4A3A4"/>
          </p15:clr>
        </p15:guide>
        <p15:guide id="53" orient="horz" pos="3936">
          <p15:clr>
            <a:srgbClr val="A4A3A4"/>
          </p15:clr>
        </p15:guide>
        <p15:guide id="54" orient="horz" pos="187">
          <p15:clr>
            <a:srgbClr val="9FCC3B"/>
          </p15:clr>
        </p15:guide>
        <p15:guide id="55" pos="455">
          <p15:clr>
            <a:srgbClr val="9FCC3B"/>
          </p15:clr>
        </p15:guide>
        <p15:guide id="56" pos="1069">
          <p15:clr>
            <a:srgbClr val="9FCC3B"/>
          </p15:clr>
        </p15:guide>
        <p15:guide id="57" pos="1685">
          <p15:clr>
            <a:srgbClr val="9FCC3B"/>
          </p15:clr>
        </p15:guide>
        <p15:guide id="58" pos="2301">
          <p15:clr>
            <a:srgbClr val="9FCC3B"/>
          </p15:clr>
        </p15:guide>
        <p15:guide id="59" pos="2915">
          <p15:clr>
            <a:srgbClr val="9FCC3B"/>
          </p15:clr>
        </p15:guide>
        <p15:guide id="60" pos="3531">
          <p15:clr>
            <a:srgbClr val="9FCC3B"/>
          </p15:clr>
        </p15:guide>
        <p15:guide id="61" pos="4146">
          <p15:clr>
            <a:srgbClr val="9FCC3B"/>
          </p15:clr>
        </p15:guide>
        <p15:guide id="62" pos="4762">
          <p15:clr>
            <a:srgbClr val="9FCC3B"/>
          </p15:clr>
        </p15:guide>
        <p15:guide id="63" pos="5378">
          <p15:clr>
            <a:srgbClr val="9FCC3B"/>
          </p15:clr>
        </p15:guide>
        <p15:guide id="64" pos="5992">
          <p15:clr>
            <a:srgbClr val="9FCC3B"/>
          </p15:clr>
        </p15:guide>
        <p15:guide id="65" pos="6609">
          <p15:clr>
            <a:srgbClr val="9FCC3B"/>
          </p15:clr>
        </p15:guide>
        <p15:guide id="66" pos="7225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microsoft.com/office/2018/10/relationships/comments" Target="../comments/modernComment_7FFFFFCB_B97EC990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microsoft.com/office/2018/10/relationships/comments" Target="../comments/modernComment_7FFFFFCC_94B45169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2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webexcc.github.io/pages/CH/#introduction-to-the-new-admin-experience" TargetMode="External"/><Relationship Id="rId3" Type="http://schemas.openxmlformats.org/officeDocument/2006/relationships/hyperlink" Target="https://help.webex.com/en-us/article/n5595zd/Webex-Contact-Center-Setup-and-Administration-Guide#topic_AE07686D17FFE29566B4B4742A199B39" TargetMode="External"/><Relationship Id="rId7" Type="http://schemas.openxmlformats.org/officeDocument/2006/relationships/hyperlink" Target="https://help.webex.com/ja-jp/article/ewuay1/%E3%83%81%E3%83%A3%E3%83%B3%E3%83%8D%E3%83%AB%E3%82%92%E8%A8%AD%E5%AE%9A%E3%81%99%E3%82%8B" TargetMode="External"/><Relationship Id="rId2" Type="http://schemas.openxmlformats.org/officeDocument/2006/relationships/hyperlink" Target="https://help.webex.com/ja-jp/article/x974bd/Unified-CM-%E3%83%87%E3%83%BC%E3%82%BF%E3%82%92-Webex-Calling-%E3%81%AB%E7%A7%BB%E8%A1%8C%E3%81%97%E3%81%BE%E3%81%99" TargetMode="External"/><Relationship Id="rId1" Type="http://schemas.openxmlformats.org/officeDocument/2006/relationships/slideLayout" Target="../slideLayouts/slideLayout46.xml"/><Relationship Id="rId6" Type="http://schemas.openxmlformats.org/officeDocument/2006/relationships/hyperlink" Target="https://help.webex.com/ja-jp/article/gsmsaeb/Webex-Contact-Center-%E3%81%AE%E9%9F%B3%E5%A3%B0%E8%A8%AD%E5%AE%9A%E3%82%92%E3%82%BB%E3%83%83%E3%83%88%E3%82%A2%E3%83%83%E3%83%97%E3%81%97%E3%81%BE%E3%81%99" TargetMode="External"/><Relationship Id="rId5" Type="http://schemas.openxmlformats.org/officeDocument/2006/relationships/hyperlink" Target="https://help.webex.com/ja-jp/article/ngc1xsy/Webex-Contact-Center-%E3%81%A7%E3%83%86%E3%83%8A%E3%83%B3%E3%83%88%E3%82%92%E3%82%BB%E3%83%83%E3%83%88%E3%82%A2%E3%83%83%E3%83%97" TargetMode="External"/><Relationship Id="rId4" Type="http://schemas.openxmlformats.org/officeDocument/2006/relationships/hyperlink" Target="https://www.cisco.com/c/ja_jp/td/docs/voice_ip_comm/cust_contact/contact_center/webexcc/SetupandAdministrationGuide_2/b_mp-release-2/wcc-flow-designer.html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help.webex.com/ja-jp/article/nvaf71f/%E3%83%87%E3%82%B9%E3%82%AF%E3%83%88%E3%83%83%E3%83%97-%E3%83%97%E3%83%AD%E3%83%95%E3%82%A1%E3%82%A4%E3%83%AB%E3%82%92%E7%AE%A1%E7%90%86%E3%81%99%E3%82%8B" TargetMode="External"/><Relationship Id="rId2" Type="http://schemas.openxmlformats.org/officeDocument/2006/relationships/hyperlink" Target="https://help.webex.com/en-us/article/155etl/Understand-Routing-and-Queueing-in-Webex-Contact-Center" TargetMode="External"/><Relationship Id="rId1" Type="http://schemas.openxmlformats.org/officeDocument/2006/relationships/slideLayout" Target="../slideLayouts/slideLayout46.xml"/><Relationship Id="rId4" Type="http://schemas.openxmlformats.org/officeDocument/2006/relationships/hyperlink" Target="https://community.cisco.com/t5/contact-center/enabling-outdial-pstn-from-wxcc-desktop/td-p/5146040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212D-66B9-4769-40F0-DAC1BA7C0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1871345"/>
            <a:ext cx="5253422" cy="1555148"/>
          </a:xfrm>
        </p:spPr>
        <p:txBody>
          <a:bodyPr/>
          <a:lstStyle/>
          <a:p>
            <a:r>
              <a:rPr lang="en-US" dirty="0"/>
              <a:t>MoD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65913-FAA0-6B1B-6FA0-DFDA25B7BC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2ED61-8957-A8C1-52F6-1925EBBFDF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3E1A01-AE80-CCF1-2D7D-B82C308768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9041ED-78FF-CCEA-7722-99AA49782C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3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0FF419-26CE-F339-E259-318D87F06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WxC</a:t>
            </a:r>
            <a:r>
              <a:rPr lang="en-US" altLang="ja-JP" dirty="0"/>
              <a:t> / </a:t>
            </a:r>
            <a:r>
              <a:rPr lang="en-US" altLang="ja-JP" dirty="0" err="1"/>
              <a:t>WxCC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237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82562-6538-2CEE-32CE-EDF9F1A0F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diagram</a:t>
            </a:r>
            <a:endParaRPr kumimoji="1" lang="ja-JP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307655-FD23-EC33-A8C8-408915F3453F}"/>
              </a:ext>
            </a:extLst>
          </p:cNvPr>
          <p:cNvSpPr/>
          <p:nvPr/>
        </p:nvSpPr>
        <p:spPr>
          <a:xfrm>
            <a:off x="3773714" y="1461271"/>
            <a:ext cx="1670957" cy="734786"/>
          </a:xfrm>
          <a:prstGeom prst="rect">
            <a:avLst/>
          </a:prstGeom>
          <a:solidFill>
            <a:schemeClr val="accent6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LGW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19D496-61D6-70DF-9CA8-682D35565B30}"/>
              </a:ext>
            </a:extLst>
          </p:cNvPr>
          <p:cNvSpPr/>
          <p:nvPr/>
        </p:nvSpPr>
        <p:spPr>
          <a:xfrm>
            <a:off x="800100" y="1461271"/>
            <a:ext cx="1670957" cy="734786"/>
          </a:xfrm>
          <a:prstGeom prst="rect">
            <a:avLst/>
          </a:prstGeom>
          <a:solidFill>
            <a:schemeClr val="accent6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PSTN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D147DA-53D1-E08E-F1E5-B94BDE88EC39}"/>
              </a:ext>
            </a:extLst>
          </p:cNvPr>
          <p:cNvSpPr/>
          <p:nvPr/>
        </p:nvSpPr>
        <p:spPr>
          <a:xfrm>
            <a:off x="6747328" y="1461271"/>
            <a:ext cx="1670957" cy="734786"/>
          </a:xfrm>
          <a:prstGeom prst="rect">
            <a:avLst/>
          </a:prstGeom>
          <a:solidFill>
            <a:schemeClr val="accent6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600" dirty="0" err="1">
                <a:solidFill>
                  <a:schemeClr val="tx1"/>
                </a:solidFill>
              </a:rPr>
              <a:t>WxC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D18DEB-F9C7-73FB-8A7A-04B4D3804DD7}"/>
              </a:ext>
            </a:extLst>
          </p:cNvPr>
          <p:cNvSpPr/>
          <p:nvPr/>
        </p:nvSpPr>
        <p:spPr>
          <a:xfrm>
            <a:off x="9720943" y="1461271"/>
            <a:ext cx="1670957" cy="734786"/>
          </a:xfrm>
          <a:prstGeom prst="rect">
            <a:avLst/>
          </a:prstGeom>
          <a:solidFill>
            <a:schemeClr val="accent6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600" dirty="0" err="1">
                <a:solidFill>
                  <a:schemeClr val="tx1"/>
                </a:solidFill>
              </a:rPr>
              <a:t>WxCC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13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AF5A5-9E0D-6623-4885-26DE6CB3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39E8-05AB-2C34-EBFE-8A339AA8B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diagram</a:t>
            </a:r>
            <a:endParaRPr kumimoji="1" lang="ja-JP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5A992B-7C0C-820A-7BCA-24C3BE969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5" y="1266825"/>
            <a:ext cx="9505950" cy="432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86510982-D693-0074-9B38-35260A4DEDEA}"/>
              </a:ext>
            </a:extLst>
          </p:cNvPr>
          <p:cNvSpPr/>
          <p:nvPr/>
        </p:nvSpPr>
        <p:spPr>
          <a:xfrm>
            <a:off x="2671982" y="2315633"/>
            <a:ext cx="972918" cy="213183"/>
          </a:xfrm>
          <a:prstGeom prst="wedgeRoundRectCallout">
            <a:avLst>
              <a:gd name="adj1" fmla="val -12849"/>
              <a:gd name="adj2" fmla="val 147256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Serial0/1/0:23</a:t>
            </a:r>
            <a:endParaRPr kumimoji="1" lang="ja-JP" altLang="en-US" sz="900" dirty="0">
              <a:solidFill>
                <a:srgbClr val="FFFF00"/>
              </a:solidFill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E23DDE5-0BE4-F0CC-B9CD-F59D9E214037}"/>
              </a:ext>
            </a:extLst>
          </p:cNvPr>
          <p:cNvSpPr/>
          <p:nvPr/>
        </p:nvSpPr>
        <p:spPr>
          <a:xfrm>
            <a:off x="3577916" y="2070100"/>
            <a:ext cx="642718" cy="213183"/>
          </a:xfrm>
          <a:prstGeom prst="wedgeRoundRectCallout">
            <a:avLst>
              <a:gd name="adj1" fmla="val 6296"/>
              <a:gd name="adj2" fmla="val 234630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なし？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BCBFE4DE-8FD4-005B-4F91-7042EAB9D625}"/>
              </a:ext>
            </a:extLst>
          </p:cNvPr>
          <p:cNvSpPr/>
          <p:nvPr/>
        </p:nvSpPr>
        <p:spPr>
          <a:xfrm>
            <a:off x="4297583" y="4792133"/>
            <a:ext cx="854383" cy="213183"/>
          </a:xfrm>
          <a:prstGeom prst="wedgeRoundRectCallout">
            <a:avLst>
              <a:gd name="adj1" fmla="val -15089"/>
              <a:gd name="adj2" fmla="val -191966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DP211,212</a:t>
            </a:r>
            <a:endParaRPr kumimoji="1" lang="ja-JP" altLang="en-US" sz="900" dirty="0">
              <a:solidFill>
                <a:srgbClr val="FFFF00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0BB89B0B-7DD4-6F3D-12BE-E32D19F7A01D}"/>
              </a:ext>
            </a:extLst>
          </p:cNvPr>
          <p:cNvSpPr/>
          <p:nvPr/>
        </p:nvSpPr>
        <p:spPr>
          <a:xfrm>
            <a:off x="5017250" y="2070100"/>
            <a:ext cx="689283" cy="213183"/>
          </a:xfrm>
          <a:prstGeom prst="wedgeRoundRectCallout">
            <a:avLst>
              <a:gd name="adj1" fmla="val -13464"/>
              <a:gd name="adj2" fmla="val 224702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DPG100</a:t>
            </a:r>
            <a:endParaRPr kumimoji="1" lang="ja-JP" altLang="en-US" sz="900" dirty="0">
              <a:solidFill>
                <a:srgbClr val="FFFF00"/>
              </a:solidFill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4AF58D8A-154E-5214-1216-BC0650CCEF5C}"/>
              </a:ext>
            </a:extLst>
          </p:cNvPr>
          <p:cNvSpPr/>
          <p:nvPr/>
        </p:nvSpPr>
        <p:spPr>
          <a:xfrm>
            <a:off x="2726267" y="4800600"/>
            <a:ext cx="1401234" cy="342900"/>
          </a:xfrm>
          <a:prstGeom prst="wedgeRoundRectCallout">
            <a:avLst>
              <a:gd name="adj1" fmla="val 24031"/>
              <a:gd name="adj2" fmla="val -160317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altLang="ja-JP" sz="900" dirty="0">
                <a:solidFill>
                  <a:srgbClr val="FFFF00"/>
                </a:solidFill>
              </a:rPr>
              <a:t>DP211 : ^57712380$</a:t>
            </a:r>
          </a:p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DP212 </a:t>
            </a:r>
            <a:r>
              <a:rPr lang="en-US" altLang="ja-JP" sz="900" dirty="0">
                <a:solidFill>
                  <a:srgbClr val="FFFF00"/>
                </a:solidFill>
              </a:rPr>
              <a:t>: ^57......$</a:t>
            </a:r>
            <a:endParaRPr kumimoji="1" lang="ja-JP" altLang="en-US" sz="900" dirty="0">
              <a:solidFill>
                <a:srgbClr val="FFFF00"/>
              </a:solidFill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360AFD4B-BDF8-813E-8D7C-A7CC8B8CA512}"/>
              </a:ext>
            </a:extLst>
          </p:cNvPr>
          <p:cNvSpPr/>
          <p:nvPr/>
        </p:nvSpPr>
        <p:spPr>
          <a:xfrm>
            <a:off x="4297583" y="2057399"/>
            <a:ext cx="642718" cy="213183"/>
          </a:xfrm>
          <a:prstGeom prst="wedgeRoundRectCallout">
            <a:avLst>
              <a:gd name="adj1" fmla="val -4243"/>
              <a:gd name="adj2" fmla="val 214772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DP210</a:t>
            </a:r>
            <a:endParaRPr kumimoji="1" lang="ja-JP" altLang="en-US" sz="900" dirty="0">
              <a:solidFill>
                <a:srgbClr val="FFFF00"/>
              </a:solidFill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26DE3461-B1BC-38A1-04E7-D2AF0D74ABA6}"/>
              </a:ext>
            </a:extLst>
          </p:cNvPr>
          <p:cNvSpPr/>
          <p:nvPr/>
        </p:nvSpPr>
        <p:spPr>
          <a:xfrm>
            <a:off x="6549717" y="4773082"/>
            <a:ext cx="689283" cy="213183"/>
          </a:xfrm>
          <a:prstGeom prst="wedgeRoundRectCallout">
            <a:avLst>
              <a:gd name="adj1" fmla="val 17858"/>
              <a:gd name="adj2" fmla="val -194297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DPG200</a:t>
            </a:r>
            <a:endParaRPr kumimoji="1" lang="ja-JP" altLang="en-US" sz="9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4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1CCB6-EF2A-2527-1940-406EC38E7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D63012A-C064-D8B4-B731-DCD29882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手順</a:t>
            </a:r>
          </a:p>
        </p:txBody>
      </p:sp>
    </p:spTree>
    <p:extLst>
      <p:ext uri="{BB962C8B-B14F-4D97-AF65-F5344CB8AC3E}">
        <p14:creationId xmlns:p14="http://schemas.microsoft.com/office/powerpoint/2010/main" val="416820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7278C-EBCE-E5DB-9161-1BF876B1B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6773A-BDD5-89AE-2FF9-ADDBE2355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WxC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WxCC</a:t>
            </a:r>
            <a:r>
              <a:rPr kumimoji="1" lang="en-US" altLang="ja-JP" dirty="0"/>
              <a:t> </a:t>
            </a:r>
            <a:r>
              <a:rPr kumimoji="1" lang="ja-JP" altLang="en-US" dirty="0"/>
              <a:t>基本設定１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EFBBDD-9CFB-A799-3886-872D4756E8FF}"/>
              </a:ext>
            </a:extLst>
          </p:cNvPr>
          <p:cNvSpPr txBox="1"/>
          <p:nvPr/>
        </p:nvSpPr>
        <p:spPr>
          <a:xfrm>
            <a:off x="375385" y="996215"/>
            <a:ext cx="11816615" cy="10618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の設定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ロケーションの設定で、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PSTN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設定でプレミスベースの登録をして、代表番号を設定する（この時点で仮の外線番号でもよい）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⇒ここまでで</a:t>
            </a:r>
            <a:r>
              <a:rPr lang="en-US" altLang="ja-JP" sz="1100" dirty="0" err="1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WxC</a:t>
            </a: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の番号が有効になり、</a:t>
            </a:r>
            <a:r>
              <a:rPr lang="en-US" altLang="ja-JP" sz="1100" dirty="0" err="1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WxC</a:t>
            </a: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ユーザ間同士の通話ができる</a:t>
            </a:r>
            <a:endParaRPr lang="en-US" altLang="ja-JP" sz="1100" dirty="0">
              <a:solidFill>
                <a:schemeClr val="bg1"/>
              </a:solidFill>
              <a:highlight>
                <a:srgbClr val="FFFF00"/>
              </a:highlight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114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B9ED3-50A0-03A8-4E7B-2748DDECC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WxC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WxCC</a:t>
            </a:r>
            <a:r>
              <a:rPr kumimoji="1" lang="en-US" altLang="ja-JP" dirty="0"/>
              <a:t> </a:t>
            </a:r>
            <a:r>
              <a:rPr kumimoji="1" lang="ja-JP" altLang="en-US" dirty="0"/>
              <a:t>基本設定２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D5F798-F7FC-F624-3F57-A04B3650E2D4}"/>
              </a:ext>
            </a:extLst>
          </p:cNvPr>
          <p:cNvSpPr txBox="1"/>
          <p:nvPr/>
        </p:nvSpPr>
        <p:spPr>
          <a:xfrm>
            <a:off x="375385" y="996215"/>
            <a:ext cx="11816615" cy="43345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の設定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ロケーション追加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ユーザ追加（ライセンスも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WxCC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付与されるようにする）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ユーザのアクティベーション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WxCC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の設定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ユーザ同期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Contact center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のトグルをオンにして、エージェント諸々の設定を入れる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⇒ここまででエージェントは </a:t>
            </a:r>
            <a:r>
              <a:rPr lang="en-US" altLang="ja-JP" sz="1100" dirty="0" err="1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WxCC</a:t>
            </a:r>
            <a:r>
              <a:rPr lang="en-US" altLang="ja-JP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 agent desktop </a:t>
            </a: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までのログインはできるはず</a:t>
            </a:r>
            <a:endParaRPr lang="en-US" altLang="ja-JP" sz="1100" dirty="0">
              <a:solidFill>
                <a:schemeClr val="bg1"/>
              </a:solidFill>
              <a:highlight>
                <a:srgbClr val="FFFF00"/>
              </a:highlight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WxCC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の設定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キューの作成（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Tokyo, Chiba, Osaka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音声ファイルをアップロード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フローの作成（音声ファイルとかキューとか指定する）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チャネルの作成（フローとか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WxCC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として受け付ける番号を指定する）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⇒ここまでで</a:t>
            </a:r>
            <a:r>
              <a:rPr lang="en-US" altLang="ja-JP" sz="1100" dirty="0" err="1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WxC</a:t>
            </a: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ユーザはエージェントと通話ができるはず（</a:t>
            </a:r>
            <a:r>
              <a:rPr lang="en-US" altLang="ja-JP" sz="1100" dirty="0" err="1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WxC</a:t>
            </a: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の</a:t>
            </a:r>
            <a:r>
              <a:rPr lang="en-US" altLang="ja-JP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PSTN</a:t>
            </a: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が事前に設定されていないとだめ）</a:t>
            </a:r>
            <a:endParaRPr lang="en-US" altLang="ja-JP" sz="1100" dirty="0">
              <a:solidFill>
                <a:schemeClr val="bg1"/>
              </a:solidFill>
              <a:highlight>
                <a:srgbClr val="FFFF00"/>
              </a:highlight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7808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8921A-7DFC-EBB7-E125-FAFBC586E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D6F40-663A-C072-858E-59837E93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WxC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WxCC</a:t>
            </a:r>
            <a:r>
              <a:rPr kumimoji="1" lang="en-US" altLang="ja-JP" dirty="0"/>
              <a:t> </a:t>
            </a:r>
            <a:r>
              <a:rPr kumimoji="1" lang="ja-JP" altLang="en-US" dirty="0"/>
              <a:t>基本設定３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D789E6-DE4F-DDB1-E132-76C5F1A1B811}"/>
              </a:ext>
            </a:extLst>
          </p:cNvPr>
          <p:cNvSpPr txBox="1"/>
          <p:nvPr/>
        </p:nvSpPr>
        <p:spPr>
          <a:xfrm>
            <a:off x="375385" y="996215"/>
            <a:ext cx="11816615" cy="46320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の設定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ロケーション追加（正しい番号を追加する）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トランクを追加（レジストレーションベースで登録）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685800" lvl="1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Trunk group: lgw_tky2074578062_lgu</a:t>
            </a:r>
          </a:p>
          <a:p>
            <a:pPr marL="685800" lvl="1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Outbound Proxy address: ty16.sipconnect-jp.bcld.webex.com</a:t>
            </a:r>
          </a:p>
          <a:p>
            <a:pPr marL="685800" lvl="1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RLGW_TKY1564752829_LGU@59685258.jp10.bcld.webex.comin: 59685LGW_TKY2074578062_LGUcld.webex.com</a:t>
            </a:r>
          </a:p>
          <a:p>
            <a:pPr marL="685800" lvl="1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Line/port: LGW_TKY1564752829_LGU@59685258.jp10.bcld.webex.com</a:t>
            </a:r>
          </a:p>
          <a:p>
            <a:pPr marL="685800" lvl="1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Username: LGW_TKY207457/1_9$@}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Px+w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: /1_9$@}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Px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+</a:t>
            </a: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ロケーションにトランクを紐づける（この時点では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status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は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unknown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LGW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の設定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Config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投入（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LGW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と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Webex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の登録用）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⇒ここまでで</a:t>
            </a:r>
            <a:r>
              <a:rPr lang="en-US" altLang="ja-JP" sz="1100" dirty="0" err="1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WxC</a:t>
            </a: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と</a:t>
            </a:r>
            <a:r>
              <a:rPr lang="en-US" altLang="ja-JP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LGW</a:t>
            </a: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間でトランクが張れて、</a:t>
            </a:r>
            <a:r>
              <a:rPr lang="en-US" altLang="ja-JP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CH</a:t>
            </a: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上でステータスが </a:t>
            </a:r>
            <a:r>
              <a:rPr lang="en-US" altLang="ja-JP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online </a:t>
            </a: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になる</a:t>
            </a:r>
            <a:endParaRPr lang="en-US" altLang="ja-JP" sz="1100" dirty="0">
              <a:solidFill>
                <a:schemeClr val="bg1"/>
              </a:solidFill>
              <a:highlight>
                <a:srgbClr val="FFFF00"/>
              </a:highlight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LGW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の設定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Config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投入（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LGW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の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dial-peer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用）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⇒ここまでで外線発着信ができるようになる</a:t>
            </a:r>
            <a:endParaRPr lang="en-US" altLang="ja-JP" sz="1100" dirty="0">
              <a:solidFill>
                <a:schemeClr val="bg1"/>
              </a:solidFill>
              <a:highlight>
                <a:srgbClr val="FFFF00"/>
              </a:highlight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8867F-77F7-9CC2-D01A-A3C369B081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2" b="11637"/>
          <a:stretch>
            <a:fillRect/>
          </a:stretch>
        </p:blipFill>
        <p:spPr>
          <a:xfrm>
            <a:off x="8011281" y="2799525"/>
            <a:ext cx="3704246" cy="2460090"/>
          </a:xfrm>
          <a:prstGeom prst="rect">
            <a:avLst/>
          </a:prstGeom>
          <a:ln>
            <a:solidFill>
              <a:schemeClr val="tx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06128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EAFAE-0BEC-CF2B-E4E7-1F410F007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AF496-D8A6-C19B-3355-F4D3A009B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WxC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WxCC</a:t>
            </a:r>
            <a:r>
              <a:rPr kumimoji="1" lang="en-US" altLang="ja-JP" dirty="0"/>
              <a:t> </a:t>
            </a:r>
            <a:r>
              <a:rPr kumimoji="1" lang="ja-JP" altLang="en-US" dirty="0"/>
              <a:t>基本設定４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DA1B84-1CE0-BB73-1F82-71FFCBE89794}"/>
              </a:ext>
            </a:extLst>
          </p:cNvPr>
          <p:cNvSpPr txBox="1"/>
          <p:nvPr/>
        </p:nvSpPr>
        <p:spPr>
          <a:xfrm>
            <a:off x="375385" y="996215"/>
            <a:ext cx="11816615" cy="25904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WxCC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の詳細設定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スキル定義で「言語」「技術」とかの設定を入れていく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定義したスキルをスキルプロファイルの設定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コンタクトセンターユーザに追加（チーム単位ではなくユーザ単位でしかできない）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アウトダイヤルの設定は、発信キュー用の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Outdial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Queue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と、チャネルで発信テレフォニー用の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Outdial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Entry Point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を作成する。発信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ANI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として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outdial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ANI Group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としてエントリリストに発信用番号を登録しておく。これらを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Agent Profile (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dektop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profile)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のダイヤルプランに紐づける。さらに「開始⇒終了」のシンプルなフロー作成とその紐づけが必要かもしれない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685800" lvl="1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⇒現状この設定で、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WxCC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agent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から外線に発信すると、</a:t>
            </a:r>
            <a:br>
              <a:rPr lang="en-US" altLang="ja-JP" sz="1100" dirty="0">
                <a:solidFill>
                  <a:schemeClr val="bg1"/>
                </a:solidFill>
                <a:latin typeface="+mn-ea"/>
              </a:rPr>
            </a:b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自身の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WxApp</a:t>
            </a:r>
            <a:r>
              <a:rPr lang="ja-JP" altLang="en-US" sz="1100">
                <a:solidFill>
                  <a:schemeClr val="bg1"/>
                </a:solidFill>
                <a:latin typeface="+mn-ea"/>
              </a:rPr>
              <a:t>の内線番号に着信が入り、そこから外線発信される。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rgbClr val="FF0000"/>
                </a:solidFill>
                <a:latin typeface="+mn-ea"/>
              </a:rPr>
              <a:t>☆</a:t>
            </a:r>
            <a:r>
              <a:rPr lang="en-US" altLang="ja-JP" sz="1100" dirty="0" err="1">
                <a:solidFill>
                  <a:srgbClr val="FF0000"/>
                </a:solidFill>
                <a:latin typeface="+mn-ea"/>
              </a:rPr>
              <a:t>WxCC</a:t>
            </a:r>
            <a:r>
              <a:rPr lang="en-US" altLang="ja-JP" sz="1100" dirty="0">
                <a:solidFill>
                  <a:srgbClr val="FF0000"/>
                </a:solidFill>
                <a:latin typeface="+mn-ea"/>
              </a:rPr>
              <a:t> agent desktop </a:t>
            </a:r>
            <a:r>
              <a:rPr lang="ja-JP" altLang="en-US" sz="1100" dirty="0">
                <a:solidFill>
                  <a:srgbClr val="FF0000"/>
                </a:solidFill>
                <a:latin typeface="+mn-ea"/>
              </a:rPr>
              <a:t>で着信できるような設定を入れたい</a:t>
            </a:r>
            <a:endParaRPr lang="en-US" altLang="ja-JP" sz="1100" dirty="0">
              <a:solidFill>
                <a:srgbClr val="FF0000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rgbClr val="FF0000"/>
                </a:solidFill>
                <a:latin typeface="+mn-ea"/>
              </a:rPr>
              <a:t>☆転送できるようにエントリポイントとか他エージェントの設定を入れたい</a:t>
            </a:r>
            <a:endParaRPr lang="en-US" altLang="ja-JP" sz="11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3428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B847E-3CC7-3C5F-1094-F76752EF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39615CF-485D-F27B-B83F-92CB07AFD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Config for </a:t>
            </a:r>
            <a:r>
              <a:rPr lang="en-US" altLang="ja-JP" dirty="0" err="1"/>
              <a:t>WxC</a:t>
            </a:r>
            <a:r>
              <a:rPr lang="en-US" altLang="ja-JP" dirty="0"/>
              <a:t> registration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4413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D96DD-22B9-E38D-3B68-3B5F824DF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0094A-6F29-7ED3-A1FA-1D5FF92DD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（</a:t>
            </a:r>
            <a:r>
              <a:rPr kumimoji="1" lang="en-US" altLang="ja-JP" dirty="0"/>
              <a:t>LGW</a:t>
            </a:r>
            <a:r>
              <a:rPr kumimoji="1" lang="ja-JP" altLang="en-US" dirty="0"/>
              <a:t>と</a:t>
            </a:r>
            <a:r>
              <a:rPr kumimoji="1" lang="en-US" altLang="ja-JP" dirty="0"/>
              <a:t>Webex</a:t>
            </a:r>
            <a:r>
              <a:rPr kumimoji="1" lang="ja-JP" altLang="en-US" dirty="0"/>
              <a:t>の登録用）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EF116C-80A5-2D33-4E1B-A9E2F3648BF7}"/>
              </a:ext>
            </a:extLst>
          </p:cNvPr>
          <p:cNvSpPr txBox="1"/>
          <p:nvPr/>
        </p:nvSpPr>
        <p:spPr>
          <a:xfrm>
            <a:off x="375385" y="996215"/>
            <a:ext cx="11816615" cy="43345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key config-key password-encrypt </a:t>
            </a:r>
            <a:r>
              <a:rPr lang="en-US" altLang="ja-JP" sz="1100" dirty="0">
                <a:solidFill>
                  <a:srgbClr val="FF0000"/>
                </a:solidFill>
                <a:latin typeface="+mn-ea"/>
              </a:rPr>
              <a:t>ciscouc12345</a:t>
            </a:r>
            <a:endParaRPr lang="ja-JP" altLang="en-US" sz="1100" dirty="0">
              <a:solidFill>
                <a:srgbClr val="FF0000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password encryption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aes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ip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name-server </a:t>
            </a:r>
            <a:r>
              <a:rPr lang="en-US" altLang="ja-JP" sz="1100" dirty="0">
                <a:solidFill>
                  <a:srgbClr val="FF0000"/>
                </a:solidFill>
                <a:latin typeface="+mn-ea"/>
              </a:rPr>
              <a:t>8.8.8.8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crypto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pki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trustpoint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dummyTp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revocation-check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crl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sip-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ua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crypto signaling default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trustpoint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dummyTp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cn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-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san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-validate server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transport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tcp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tls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v1.2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tcp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-retry 1000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show crypto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pki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trustpool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|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i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DigiCert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show crypto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pki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trustpool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|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i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IdenTrust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crypto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pki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trustpool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import clean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url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http://www.cisco.com/security/pki/trs/ios_core.p7b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FC88697-0843-642E-B4BD-5E442DEACCC8}"/>
              </a:ext>
            </a:extLst>
          </p:cNvPr>
          <p:cNvSpPr/>
          <p:nvPr/>
        </p:nvSpPr>
        <p:spPr>
          <a:xfrm>
            <a:off x="3652904" y="713086"/>
            <a:ext cx="1618343" cy="472461"/>
          </a:xfrm>
          <a:prstGeom prst="wedgeRoundRectCallout">
            <a:avLst>
              <a:gd name="adj1" fmla="val -83590"/>
              <a:gd name="adj2" fmla="val 74295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Pre-shared key </a:t>
            </a:r>
            <a:r>
              <a:rPr kumimoji="1" lang="ja-JP" altLang="en-US" sz="900" dirty="0">
                <a:solidFill>
                  <a:srgbClr val="FFFF00"/>
                </a:solidFill>
              </a:rPr>
              <a:t>の暗号化</a:t>
            </a:r>
            <a:endParaRPr kumimoji="1" lang="en-US" altLang="ja-JP" sz="900" dirty="0">
              <a:solidFill>
                <a:srgbClr val="FFFF00"/>
              </a:solidFill>
            </a:endParaRPr>
          </a:p>
          <a:p>
            <a:pPr algn="ctr"/>
            <a:r>
              <a:rPr lang="en-US" altLang="ja-JP" sz="900" dirty="0">
                <a:solidFill>
                  <a:srgbClr val="FFFF00"/>
                </a:solidFill>
              </a:rPr>
              <a:t>12~20</a:t>
            </a:r>
            <a:r>
              <a:rPr lang="ja-JP" altLang="en-US" sz="900" dirty="0">
                <a:solidFill>
                  <a:srgbClr val="FFFF00"/>
                </a:solidFill>
              </a:rPr>
              <a:t>桁</a:t>
            </a:r>
            <a:endParaRPr kumimoji="1" lang="ja-JP" altLang="en-US" sz="900" dirty="0">
              <a:solidFill>
                <a:srgbClr val="FFFF00"/>
              </a:solidFill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97534A09-626C-1F29-87BE-1BCB0A33AC13}"/>
              </a:ext>
            </a:extLst>
          </p:cNvPr>
          <p:cNvSpPr/>
          <p:nvPr/>
        </p:nvSpPr>
        <p:spPr>
          <a:xfrm>
            <a:off x="2488131" y="1626283"/>
            <a:ext cx="2236269" cy="472461"/>
          </a:xfrm>
          <a:prstGeom prst="wedgeRoundRectCallout">
            <a:avLst>
              <a:gd name="adj1" fmla="val -83590"/>
              <a:gd name="adj2" fmla="val 74295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DNS</a:t>
            </a:r>
            <a:r>
              <a:rPr kumimoji="1" lang="ja-JP" altLang="en-US" sz="900" dirty="0">
                <a:solidFill>
                  <a:srgbClr val="FFFF00"/>
                </a:solidFill>
              </a:rPr>
              <a:t>サーバ</a:t>
            </a:r>
            <a:r>
              <a:rPr lang="ja-JP" altLang="en-US" sz="900" dirty="0">
                <a:solidFill>
                  <a:srgbClr val="FFFF00"/>
                </a:solidFill>
              </a:rPr>
              <a:t>：</a:t>
            </a:r>
            <a:r>
              <a:rPr lang="en-US" altLang="ja-JP" sz="900" dirty="0" err="1">
                <a:solidFill>
                  <a:srgbClr val="FFFF00"/>
                </a:solidFill>
              </a:rPr>
              <a:t>vDMZ</a:t>
            </a:r>
            <a:r>
              <a:rPr lang="en-US" altLang="ja-JP" sz="900" dirty="0">
                <a:solidFill>
                  <a:srgbClr val="FFFF00"/>
                </a:solidFill>
              </a:rPr>
              <a:t> </a:t>
            </a:r>
            <a:r>
              <a:rPr lang="ja-JP" altLang="en-US" sz="900" dirty="0">
                <a:solidFill>
                  <a:srgbClr val="FFFF00"/>
                </a:solidFill>
              </a:rPr>
              <a:t>の環境に合わせて </a:t>
            </a:r>
            <a:r>
              <a:rPr lang="en-US" altLang="ja-JP" sz="900" dirty="0">
                <a:solidFill>
                  <a:srgbClr val="FFFF00"/>
                </a:solidFill>
              </a:rPr>
              <a:t>192.168.120.1 </a:t>
            </a:r>
            <a:r>
              <a:rPr lang="ja-JP" altLang="en-US" sz="900" dirty="0">
                <a:solidFill>
                  <a:srgbClr val="FFFF00"/>
                </a:solidFill>
              </a:rPr>
              <a:t>で設定済み</a:t>
            </a:r>
            <a:endParaRPr kumimoji="1" lang="ja-JP" altLang="en-US" sz="900" dirty="0">
              <a:solidFill>
                <a:srgbClr val="FFFF00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47932F85-E60F-7DDD-AD51-344A9CD5741D}"/>
              </a:ext>
            </a:extLst>
          </p:cNvPr>
          <p:cNvSpPr/>
          <p:nvPr/>
        </p:nvSpPr>
        <p:spPr>
          <a:xfrm>
            <a:off x="2843732" y="2539480"/>
            <a:ext cx="1618343" cy="472461"/>
          </a:xfrm>
          <a:prstGeom prst="wedgeRoundRectCallout">
            <a:avLst>
              <a:gd name="adj1" fmla="val -86545"/>
              <a:gd name="adj2" fmla="val 66705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トラストポイントと</a:t>
            </a:r>
            <a:r>
              <a:rPr kumimoji="1" lang="en-US" altLang="ja-JP" sz="900" dirty="0">
                <a:solidFill>
                  <a:srgbClr val="FFFF00"/>
                </a:solidFill>
              </a:rPr>
              <a:t>SIP</a:t>
            </a:r>
            <a:r>
              <a:rPr kumimoji="1" lang="ja-JP" altLang="en-US" sz="900" dirty="0">
                <a:solidFill>
                  <a:srgbClr val="FFFF00"/>
                </a:solidFill>
              </a:rPr>
              <a:t>で</a:t>
            </a:r>
            <a:r>
              <a:rPr kumimoji="1" lang="en-US" altLang="ja-JP" sz="900" dirty="0">
                <a:solidFill>
                  <a:srgbClr val="FFFF00"/>
                </a:solidFill>
              </a:rPr>
              <a:t>TLS1.2</a:t>
            </a:r>
            <a:r>
              <a:rPr kumimoji="1" lang="ja-JP" altLang="en-US" sz="900" dirty="0">
                <a:solidFill>
                  <a:srgbClr val="FFFF00"/>
                </a:solidFill>
              </a:rPr>
              <a:t>を利用する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5C4C54C3-7E11-0B39-BB43-F8BA4CEAE126}"/>
              </a:ext>
            </a:extLst>
          </p:cNvPr>
          <p:cNvSpPr/>
          <p:nvPr/>
        </p:nvSpPr>
        <p:spPr>
          <a:xfrm>
            <a:off x="3297303" y="4365874"/>
            <a:ext cx="1618343" cy="472461"/>
          </a:xfrm>
          <a:prstGeom prst="wedgeRoundRectCallout">
            <a:avLst>
              <a:gd name="adj1" fmla="val -83590"/>
              <a:gd name="adj2" fmla="val 74295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トラストプールがなければ証明書をダウンロードする</a:t>
            </a:r>
          </a:p>
        </p:txBody>
      </p:sp>
    </p:spTree>
    <p:extLst>
      <p:ext uri="{BB962C8B-B14F-4D97-AF65-F5344CB8AC3E}">
        <p14:creationId xmlns:p14="http://schemas.microsoft.com/office/powerpoint/2010/main" val="59927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0CD2-3648-7770-8E61-9E158DE9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5475-D2BC-AC39-AFCD-1DC13E1B2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（</a:t>
            </a:r>
            <a:r>
              <a:rPr kumimoji="1" lang="en-US" altLang="ja-JP" dirty="0"/>
              <a:t>LGW</a:t>
            </a:r>
            <a:r>
              <a:rPr kumimoji="1" lang="ja-JP" altLang="en-US" dirty="0"/>
              <a:t>と</a:t>
            </a:r>
            <a:r>
              <a:rPr kumimoji="1" lang="en-US" altLang="ja-JP" dirty="0"/>
              <a:t>Webex</a:t>
            </a:r>
            <a:r>
              <a:rPr kumimoji="1" lang="ja-JP" altLang="en-US" dirty="0"/>
              <a:t>の登録用）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ECE47A-CCE2-F43B-6592-B3AA4AFFA773}"/>
              </a:ext>
            </a:extLst>
          </p:cNvPr>
          <p:cNvSpPr txBox="1"/>
          <p:nvPr/>
        </p:nvSpPr>
        <p:spPr>
          <a:xfrm>
            <a:off x="375385" y="996215"/>
            <a:ext cx="5511439" cy="55245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voice service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voip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ip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address trusted list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23.89.0.0 255.255.0.0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62.109.192.0 255.255.192.0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85.119.56.0 255.255.254.0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ipv4 128.177.14.0 255.255.255.0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ipv4 128.177.36.0 255.255.255.0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ipv4 135.84.168.0 255.255.248.0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ipv4 139.177.64.0 255.255.248.0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ipv4 139.177.72.0 255.255.254.0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ipv4 144.196.0.0 255.255.0.0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ipv4 150.253.128.0 255.255.128.0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ipv4 163.129.0.0 255.255.128.0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ipv4 170.72.0.0 255.255.0.0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ipv4 170.133.128.0 255.255.192.0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ipv4 185.115.196.0 255.255.252.0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ipv4 199.19.196.0 255.255.254.0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ipv4 199.19.199.0 255.255.255.0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ipv4 199.59.64.0 255.255.248.0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8E303DF-20A4-13AB-9885-C6231F92C7C6}"/>
              </a:ext>
            </a:extLst>
          </p:cNvPr>
          <p:cNvSpPr/>
          <p:nvPr/>
        </p:nvSpPr>
        <p:spPr>
          <a:xfrm>
            <a:off x="3652904" y="713086"/>
            <a:ext cx="1618343" cy="472461"/>
          </a:xfrm>
          <a:prstGeom prst="wedgeRoundRectCallout">
            <a:avLst>
              <a:gd name="adj1" fmla="val -83590"/>
              <a:gd name="adj2" fmla="val 74295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ja-JP" altLang="en-US" sz="900" dirty="0">
                <a:solidFill>
                  <a:srgbClr val="FFFF00"/>
                </a:solidFill>
              </a:rPr>
              <a:t>音声サービス</a:t>
            </a:r>
            <a:endParaRPr kumimoji="1" lang="ja-JP" altLang="en-US" sz="900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9A0448-0B67-D455-20BD-35A59CFE942B}"/>
              </a:ext>
            </a:extLst>
          </p:cNvPr>
          <p:cNvSpPr txBox="1"/>
          <p:nvPr/>
        </p:nvSpPr>
        <p:spPr>
          <a:xfrm>
            <a:off x="5886824" y="996214"/>
            <a:ext cx="5511439" cy="40370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allow-connections sip to sip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media statistics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media bulk-stats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no supplementary-service sip refer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no supplementary-service sip handle-replaces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fax protocol t38 version 0 ls-redundancy 0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hs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-redundancy 0 fallback none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stun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 stun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flowdata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agent-id 1 boot-count 4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 stun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flowdata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shared-secret 0 </a:t>
            </a:r>
            <a:r>
              <a:rPr lang="en-US" altLang="ja-JP" sz="1100" dirty="0">
                <a:solidFill>
                  <a:srgbClr val="FF0000"/>
                </a:solidFill>
                <a:latin typeface="+mn-ea"/>
              </a:rPr>
              <a:t>ciscouc12345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  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exit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sip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 g729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annexb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-all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 early-offer forced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 end</a:t>
            </a:r>
          </a:p>
        </p:txBody>
      </p:sp>
    </p:spTree>
    <p:extLst>
      <p:ext uri="{BB962C8B-B14F-4D97-AF65-F5344CB8AC3E}">
        <p14:creationId xmlns:p14="http://schemas.microsoft.com/office/powerpoint/2010/main" val="303976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E7B77-DA98-04C5-657D-3053E2A72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2FC5D-6CF0-7DAF-2CD8-A25D0E99E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（</a:t>
            </a:r>
            <a:r>
              <a:rPr kumimoji="1" lang="en-US" altLang="ja-JP" dirty="0"/>
              <a:t>LGW</a:t>
            </a:r>
            <a:r>
              <a:rPr kumimoji="1" lang="ja-JP" altLang="en-US" dirty="0"/>
              <a:t>と</a:t>
            </a:r>
            <a:r>
              <a:rPr kumimoji="1" lang="en-US" altLang="ja-JP" dirty="0"/>
              <a:t>Webex</a:t>
            </a:r>
            <a:r>
              <a:rPr kumimoji="1" lang="ja-JP" altLang="en-US" dirty="0"/>
              <a:t>の登録用）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A76CF-EE15-70A4-FA32-CC519EF3D9E5}"/>
              </a:ext>
            </a:extLst>
          </p:cNvPr>
          <p:cNvSpPr txBox="1"/>
          <p:nvPr/>
        </p:nvSpPr>
        <p:spPr>
          <a:xfrm>
            <a:off x="375385" y="996215"/>
            <a:ext cx="11250558" cy="31444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voice class sip-profiles 200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rule 9 request ANY sip-header SIP-Req-URI modify "sips:(.*)" "sip:\1"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rule 10 request ANY sip-header To modify "&lt;sips:(.*)" "&lt;sip:\1"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rule 11 request ANY sip-header From modify "&lt;sips:(.*)" "&lt;sip:\1"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rule 12 request ANY sip-header Contact modify "&lt;sips:(.*)&gt;" "&lt;sip:\1;transport=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tls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&gt;" 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rule 13 response ANY sip-header To modify "&lt;sips:(.*)" "&lt;sip:\1"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rule 14 response ANY sip-header From modify "&lt;sips:(.*)" "&lt;sip:\1"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rule 15 response ANY sip-header Contact modify "&lt;sips:(.*)" "&lt;sip:\1"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rule 20 request ANY sip-header From modify "&gt;" ";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otg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=lgw_tky2074578062_lgu&gt;"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rule 30 request ANY sip-header P-Asserted-Identity modify "sips:(.*)" "sip:\1"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rule 31 request ANY sip-header From modify "From: &lt;sip:\+81(.*)@" "From: \"0\1\" &lt;sip:+81\1@"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5DB4EA4A-B4AB-3F89-78D4-5A901B550D9F}"/>
              </a:ext>
            </a:extLst>
          </p:cNvPr>
          <p:cNvSpPr/>
          <p:nvPr/>
        </p:nvSpPr>
        <p:spPr>
          <a:xfrm>
            <a:off x="3652904" y="713086"/>
            <a:ext cx="1618343" cy="472461"/>
          </a:xfrm>
          <a:prstGeom prst="wedgeRoundRectCallout">
            <a:avLst>
              <a:gd name="adj1" fmla="val -83590"/>
              <a:gd name="adj2" fmla="val 74295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SIP</a:t>
            </a:r>
            <a:r>
              <a:rPr kumimoji="1" lang="ja-JP" altLang="en-US" sz="900" dirty="0">
                <a:solidFill>
                  <a:srgbClr val="FFFF00"/>
                </a:solidFill>
              </a:rPr>
              <a:t>プロファイル</a:t>
            </a:r>
          </a:p>
        </p:txBody>
      </p:sp>
    </p:spTree>
    <p:extLst>
      <p:ext uri="{BB962C8B-B14F-4D97-AF65-F5344CB8AC3E}">
        <p14:creationId xmlns:p14="http://schemas.microsoft.com/office/powerpoint/2010/main" val="1722381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56D63-5140-3FCC-9425-30988362E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EC2D-E8B5-3E91-6718-28CA3C5D0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（</a:t>
            </a:r>
            <a:r>
              <a:rPr kumimoji="1" lang="en-US" altLang="ja-JP" dirty="0"/>
              <a:t>LGW</a:t>
            </a:r>
            <a:r>
              <a:rPr kumimoji="1" lang="ja-JP" altLang="en-US" dirty="0"/>
              <a:t>と</a:t>
            </a:r>
            <a:r>
              <a:rPr kumimoji="1" lang="en-US" altLang="ja-JP" dirty="0"/>
              <a:t>Webex</a:t>
            </a:r>
            <a:r>
              <a:rPr kumimoji="1" lang="ja-JP" altLang="en-US" dirty="0"/>
              <a:t>の登録用）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A40B4-609F-1EC3-03FF-27D87D257373}"/>
              </a:ext>
            </a:extLst>
          </p:cNvPr>
          <p:cNvSpPr txBox="1"/>
          <p:nvPr/>
        </p:nvSpPr>
        <p:spPr>
          <a:xfrm>
            <a:off x="375385" y="996215"/>
            <a:ext cx="5219872" cy="25494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voice class codec 99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codec preference 1 g711ulaw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exit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voice class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srtp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-crypto 200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crypto 1 AES_CM_128_HMAC_SHA1_80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exit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voice class stun-usage 200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stun usage firewall-traversal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flowdata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stun usage ice lite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0D83A02-D221-0DCE-DF1E-93D7B810BCA1}"/>
              </a:ext>
            </a:extLst>
          </p:cNvPr>
          <p:cNvSpPr/>
          <p:nvPr/>
        </p:nvSpPr>
        <p:spPr>
          <a:xfrm>
            <a:off x="2275862" y="790589"/>
            <a:ext cx="2209053" cy="472461"/>
          </a:xfrm>
          <a:prstGeom prst="wedgeRoundRectCallout">
            <a:avLst>
              <a:gd name="adj1" fmla="val -46385"/>
              <a:gd name="adj2" fmla="val 107704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コーデック、</a:t>
            </a:r>
            <a:r>
              <a:rPr kumimoji="1" lang="en-US" altLang="ja-JP" sz="900" dirty="0">
                <a:solidFill>
                  <a:srgbClr val="FFFF00"/>
                </a:solidFill>
              </a:rPr>
              <a:t>SRTP</a:t>
            </a:r>
            <a:r>
              <a:rPr kumimoji="1" lang="ja-JP" altLang="en-US" sz="900" dirty="0">
                <a:solidFill>
                  <a:srgbClr val="FFFF00"/>
                </a:solidFill>
              </a:rPr>
              <a:t>、</a:t>
            </a:r>
            <a:r>
              <a:rPr kumimoji="1" lang="en-US" altLang="ja-JP" sz="900" dirty="0">
                <a:solidFill>
                  <a:srgbClr val="FFFF00"/>
                </a:solidFill>
              </a:rPr>
              <a:t>STUN</a:t>
            </a:r>
            <a:r>
              <a:rPr kumimoji="1" lang="ja-JP" altLang="en-US" sz="900" dirty="0">
                <a:solidFill>
                  <a:srgbClr val="FFFF00"/>
                </a:solidFill>
              </a:rPr>
              <a:t>の設定</a:t>
            </a:r>
          </a:p>
        </p:txBody>
      </p:sp>
    </p:spTree>
    <p:extLst>
      <p:ext uri="{BB962C8B-B14F-4D97-AF65-F5344CB8AC3E}">
        <p14:creationId xmlns:p14="http://schemas.microsoft.com/office/powerpoint/2010/main" val="3650043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4891C-9E21-F181-2D94-D4239EA01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D260D7-AEC6-CA25-1E2A-2C32F43D132F}"/>
              </a:ext>
            </a:extLst>
          </p:cNvPr>
          <p:cNvSpPr txBox="1"/>
          <p:nvPr/>
        </p:nvSpPr>
        <p:spPr>
          <a:xfrm>
            <a:off x="323849" y="881815"/>
            <a:ext cx="11775728" cy="55245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voice class tenant 200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registrar dns:59685258.jp10.bcld.webex.com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scheme sips expires 240 refresh-ratio 50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tcp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tls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credentials number LGW_TKY1564752829_LGU username LGW_TKY2074578062_LGU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password 0 /1_9$@}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Px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+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realm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BroadWorks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authentication username LGW_TKY2074578062_LGU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password 0 /1_9$@}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Px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+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realm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BroadWorks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authentication username LGW_TKY2074578062_LGU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password 0 /1_9$@}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Px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+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realm 59685258.jp10.bcld.webex.com</a:t>
            </a:r>
            <a:endParaRPr lang="ja-JP" altLang="en-US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 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no remote-party-id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sip-server dns:59685258.jp10.bcld.webex.com</a:t>
            </a:r>
            <a:endParaRPr lang="ja-JP" altLang="en-US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 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connection-reuse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srtp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-crypto 200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session transport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tcp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tls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url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sips 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error-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passthru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asserted-id pai 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bind control source-interface GigabitEthernet0/0/1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bind media source-interface GigabitEthernet0/0/1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no pass-thru content custom-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sdp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sip-profiles 200 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outbound-proxy dns:ty16.sipconnect-jp.bcld.webex.com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 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 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privacy-policy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passthru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B587B-F4FF-5986-16A2-595B7BA1C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（</a:t>
            </a:r>
            <a:r>
              <a:rPr kumimoji="1" lang="en-US" altLang="ja-JP" dirty="0"/>
              <a:t>LGW</a:t>
            </a:r>
            <a:r>
              <a:rPr kumimoji="1" lang="ja-JP" altLang="en-US" dirty="0"/>
              <a:t>と</a:t>
            </a:r>
            <a:r>
              <a:rPr kumimoji="1" lang="en-US" altLang="ja-JP" dirty="0"/>
              <a:t>Webex</a:t>
            </a:r>
            <a:r>
              <a:rPr kumimoji="1" lang="ja-JP" altLang="en-US" dirty="0"/>
              <a:t>の登録用）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69550F6E-9CA4-DD69-F949-B3AD4EC3147D}"/>
              </a:ext>
            </a:extLst>
          </p:cNvPr>
          <p:cNvSpPr/>
          <p:nvPr/>
        </p:nvSpPr>
        <p:spPr>
          <a:xfrm>
            <a:off x="7977132" y="599972"/>
            <a:ext cx="2209053" cy="472461"/>
          </a:xfrm>
          <a:prstGeom prst="wedgeRoundRectCallout">
            <a:avLst>
              <a:gd name="adj1" fmla="val -46385"/>
              <a:gd name="adj2" fmla="val 107704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テナント設定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6D2C9630-4253-1549-05E5-E0F4251FE674}"/>
              </a:ext>
            </a:extLst>
          </p:cNvPr>
          <p:cNvSpPr/>
          <p:nvPr/>
        </p:nvSpPr>
        <p:spPr>
          <a:xfrm>
            <a:off x="3536365" y="4054372"/>
            <a:ext cx="2209053" cy="472461"/>
          </a:xfrm>
          <a:prstGeom prst="wedgeRoundRectCallout">
            <a:avLst>
              <a:gd name="adj1" fmla="val -46385"/>
              <a:gd name="adj2" fmla="val 107704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altLang="ja-JP" sz="900" dirty="0">
                <a:solidFill>
                  <a:srgbClr val="FFFF00"/>
                </a:solidFill>
              </a:rPr>
              <a:t>LGW &lt;&gt; </a:t>
            </a:r>
            <a:r>
              <a:rPr lang="en-US" altLang="ja-JP" sz="900" dirty="0" err="1">
                <a:solidFill>
                  <a:srgbClr val="FFFF00"/>
                </a:solidFill>
              </a:rPr>
              <a:t>WxC</a:t>
            </a:r>
            <a:r>
              <a:rPr lang="en-US" altLang="ja-JP" sz="900" dirty="0">
                <a:solidFill>
                  <a:srgbClr val="FFFF00"/>
                </a:solidFill>
              </a:rPr>
              <a:t> </a:t>
            </a:r>
            <a:r>
              <a:rPr lang="ja-JP" altLang="en-US" sz="900" dirty="0">
                <a:solidFill>
                  <a:srgbClr val="FFFF00"/>
                </a:solidFill>
              </a:rPr>
              <a:t>をつなぐ </a:t>
            </a:r>
            <a:r>
              <a:rPr lang="en-US" altLang="ja-JP" sz="900" dirty="0">
                <a:solidFill>
                  <a:srgbClr val="FFFF00"/>
                </a:solidFill>
              </a:rPr>
              <a:t>I/F </a:t>
            </a:r>
            <a:r>
              <a:rPr lang="ja-JP" altLang="en-US" sz="900" dirty="0">
                <a:solidFill>
                  <a:srgbClr val="FFFF00"/>
                </a:solidFill>
              </a:rPr>
              <a:t>を考える</a:t>
            </a:r>
            <a:endParaRPr kumimoji="1" lang="ja-JP" altLang="en-US" sz="9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88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2CEE9-DD75-6F77-7885-D0437D4E2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BF2E58-C76A-C8F3-B84F-18E728B55FCB}"/>
              </a:ext>
            </a:extLst>
          </p:cNvPr>
          <p:cNvSpPr txBox="1"/>
          <p:nvPr/>
        </p:nvSpPr>
        <p:spPr>
          <a:xfrm>
            <a:off x="323850" y="881815"/>
            <a:ext cx="7228114" cy="25494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dial-peer voice 200201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voip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description Inbound/Outbound Webex Calling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voice-class sip tenant 200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show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tcp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brief 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show sip-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ua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connections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tcp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tls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detail 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show sip-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ua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register status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4A3A8-3DDC-35B7-1765-02C558C12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（</a:t>
            </a:r>
            <a:r>
              <a:rPr kumimoji="1" lang="en-US" altLang="ja-JP" dirty="0"/>
              <a:t>LGW</a:t>
            </a:r>
            <a:r>
              <a:rPr kumimoji="1" lang="ja-JP" altLang="en-US" dirty="0"/>
              <a:t>と</a:t>
            </a:r>
            <a:r>
              <a:rPr kumimoji="1" lang="en-US" altLang="ja-JP" dirty="0"/>
              <a:t>Webex</a:t>
            </a:r>
            <a:r>
              <a:rPr kumimoji="1" lang="ja-JP" altLang="en-US" dirty="0"/>
              <a:t>の登録用）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A017AD24-F53A-4C3C-F820-F2210C77DCA8}"/>
              </a:ext>
            </a:extLst>
          </p:cNvPr>
          <p:cNvSpPr/>
          <p:nvPr/>
        </p:nvSpPr>
        <p:spPr>
          <a:xfrm>
            <a:off x="3527719" y="936244"/>
            <a:ext cx="2209053" cy="472461"/>
          </a:xfrm>
          <a:prstGeom prst="wedgeRoundRectCallout">
            <a:avLst>
              <a:gd name="adj1" fmla="val -70531"/>
              <a:gd name="adj2" fmla="val -24779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ダイヤルピア紐づけ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6EC8AAB8-805D-D97D-2D8A-4A285429293C}"/>
              </a:ext>
            </a:extLst>
          </p:cNvPr>
          <p:cNvSpPr/>
          <p:nvPr/>
        </p:nvSpPr>
        <p:spPr>
          <a:xfrm>
            <a:off x="2423192" y="1684062"/>
            <a:ext cx="2209053" cy="472461"/>
          </a:xfrm>
          <a:prstGeom prst="wedgeRoundRectCallout">
            <a:avLst>
              <a:gd name="adj1" fmla="val -102562"/>
              <a:gd name="adj2" fmla="val 36278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8934</a:t>
            </a:r>
            <a:r>
              <a:rPr kumimoji="1" lang="ja-JP" altLang="en-US" sz="900" dirty="0">
                <a:solidFill>
                  <a:srgbClr val="FFFF00"/>
                </a:solidFill>
              </a:rPr>
              <a:t>ポートが </a:t>
            </a:r>
            <a:r>
              <a:rPr kumimoji="1" lang="en-US" altLang="ja-JP" sz="900" dirty="0">
                <a:solidFill>
                  <a:srgbClr val="FFFF00"/>
                </a:solidFill>
              </a:rPr>
              <a:t>established </a:t>
            </a:r>
            <a:r>
              <a:rPr kumimoji="1" lang="ja-JP" altLang="en-US" sz="900" dirty="0">
                <a:solidFill>
                  <a:srgbClr val="FFFF00"/>
                </a:solidFill>
              </a:rPr>
              <a:t>になっていることを確認する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2E46C36F-CB86-1C2A-7ED8-940E5298EBDB}"/>
              </a:ext>
            </a:extLst>
          </p:cNvPr>
          <p:cNvSpPr/>
          <p:nvPr/>
        </p:nvSpPr>
        <p:spPr>
          <a:xfrm>
            <a:off x="3886947" y="2321415"/>
            <a:ext cx="2209053" cy="472461"/>
          </a:xfrm>
          <a:prstGeom prst="wedgeRoundRectCallout">
            <a:avLst>
              <a:gd name="adj1" fmla="val -102562"/>
              <a:gd name="adj2" fmla="val 36278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Conn-State </a:t>
            </a:r>
            <a:r>
              <a:rPr kumimoji="1" lang="ja-JP" altLang="en-US" sz="900" dirty="0">
                <a:solidFill>
                  <a:srgbClr val="FFFF00"/>
                </a:solidFill>
              </a:rPr>
              <a:t>が </a:t>
            </a:r>
            <a:r>
              <a:rPr kumimoji="1" lang="en-US" altLang="ja-JP" sz="900" dirty="0">
                <a:solidFill>
                  <a:srgbClr val="FFFF00"/>
                </a:solidFill>
              </a:rPr>
              <a:t>established </a:t>
            </a:r>
            <a:r>
              <a:rPr kumimoji="1" lang="ja-JP" altLang="en-US" sz="900" dirty="0">
                <a:solidFill>
                  <a:srgbClr val="FFFF00"/>
                </a:solidFill>
              </a:rPr>
              <a:t>になっていることを確認する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60A3EEB8-E53F-B8D6-B8E8-E47E2F6A788F}"/>
              </a:ext>
            </a:extLst>
          </p:cNvPr>
          <p:cNvSpPr/>
          <p:nvPr/>
        </p:nvSpPr>
        <p:spPr>
          <a:xfrm>
            <a:off x="3266461" y="2983255"/>
            <a:ext cx="2209053" cy="472461"/>
          </a:xfrm>
          <a:prstGeom prst="wedgeRoundRectCallout">
            <a:avLst>
              <a:gd name="adj1" fmla="val -102562"/>
              <a:gd name="adj2" fmla="val 36278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Reg </a:t>
            </a:r>
            <a:r>
              <a:rPr kumimoji="1" lang="ja-JP" altLang="en-US" sz="900" dirty="0">
                <a:solidFill>
                  <a:srgbClr val="FFFF00"/>
                </a:solidFill>
              </a:rPr>
              <a:t>が </a:t>
            </a:r>
            <a:r>
              <a:rPr kumimoji="1" lang="en-US" altLang="ja-JP" sz="900" dirty="0">
                <a:solidFill>
                  <a:srgbClr val="FFFF00"/>
                </a:solidFill>
              </a:rPr>
              <a:t>yes </a:t>
            </a:r>
            <a:r>
              <a:rPr kumimoji="1" lang="ja-JP" altLang="en-US" sz="900" dirty="0">
                <a:solidFill>
                  <a:srgbClr val="FFFF00"/>
                </a:solidFill>
              </a:rPr>
              <a:t>になっていることを確認する</a:t>
            </a:r>
          </a:p>
        </p:txBody>
      </p:sp>
    </p:spTree>
    <p:extLst>
      <p:ext uri="{BB962C8B-B14F-4D97-AF65-F5344CB8AC3E}">
        <p14:creationId xmlns:p14="http://schemas.microsoft.com/office/powerpoint/2010/main" val="81567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21592-BB05-FF5E-B362-4E12D9B12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AEEBF4-59AF-59DF-EE87-83615C1B4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Config for a call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274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9FB60-493B-8349-4571-0BD210A06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D84A71-8172-B5DB-9071-D6C1CB118145}"/>
              </a:ext>
            </a:extLst>
          </p:cNvPr>
          <p:cNvSpPr txBox="1"/>
          <p:nvPr/>
        </p:nvSpPr>
        <p:spPr>
          <a:xfrm>
            <a:off x="323850" y="881815"/>
            <a:ext cx="4808764" cy="52270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 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trunk group ISDN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interface Serial0/1/0:23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no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ip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address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encapsulation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hdlc</a:t>
            </a:r>
            <a:endParaRPr lang="en-US" altLang="ja-JP" sz="1100" dirty="0">
              <a:solidFill>
                <a:schemeClr val="accent2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isdn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switch-type primary-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ntt</a:t>
            </a:r>
            <a:endParaRPr lang="en-US" altLang="ja-JP" sz="1100" dirty="0">
              <a:solidFill>
                <a:schemeClr val="accent2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isdn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incoming-voice voice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trunk-group ISDN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voice translation-rule 1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rule 1 /^\+81/ /0/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rule 2 /\+\(.*\)/ /010\1/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exit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voice translation-rule 3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rule 1 /^\+813/ //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exit 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voice translation-profile Outgoing-to-ISDN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translate calling 3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translate called 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ADC82-9EF6-DD36-D0AC-7C6A37F67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WxC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WxCC</a:t>
            </a:r>
            <a:r>
              <a:rPr kumimoji="1" lang="en-US" altLang="ja-JP" dirty="0"/>
              <a:t> </a:t>
            </a:r>
            <a:r>
              <a:rPr kumimoji="1" lang="ja-JP" altLang="en-US" dirty="0"/>
              <a:t>基本設定８</a:t>
            </a:r>
            <a:r>
              <a:rPr lang="ja-JP" altLang="en-US" dirty="0"/>
              <a:t>（</a:t>
            </a:r>
            <a:r>
              <a:rPr lang="en-US" altLang="ja-JP" dirty="0"/>
              <a:t>LGW</a:t>
            </a:r>
            <a:r>
              <a:rPr lang="ja-JP" altLang="en-US" dirty="0"/>
              <a:t>の</a:t>
            </a:r>
            <a:r>
              <a:rPr lang="en-US" altLang="ja-JP" dirty="0"/>
              <a:t>dial-peer</a:t>
            </a:r>
            <a:r>
              <a:rPr lang="ja-JP" altLang="en-US" dirty="0"/>
              <a:t>用）</a:t>
            </a:r>
            <a:endParaRPr kumimoji="1" lang="ja-JP" altLang="en-US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AEE0A009-1486-F9F8-FD83-3364B8AF6DBB}"/>
              </a:ext>
            </a:extLst>
          </p:cNvPr>
          <p:cNvSpPr/>
          <p:nvPr/>
        </p:nvSpPr>
        <p:spPr>
          <a:xfrm>
            <a:off x="2517081" y="811131"/>
            <a:ext cx="2209053" cy="472461"/>
          </a:xfrm>
          <a:prstGeom prst="wedgeRoundRectCallout">
            <a:avLst>
              <a:gd name="adj1" fmla="val -70531"/>
              <a:gd name="adj2" fmla="val -24779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トランクグループの設定</a:t>
            </a:r>
            <a:endParaRPr kumimoji="1" lang="en-US" altLang="ja-JP" sz="900" dirty="0">
              <a:solidFill>
                <a:srgbClr val="FFFF00"/>
              </a:solidFill>
            </a:endParaRPr>
          </a:p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⇒今回は</a:t>
            </a:r>
            <a:r>
              <a:rPr kumimoji="1" lang="en-US" altLang="ja-JP" sz="900" dirty="0">
                <a:solidFill>
                  <a:srgbClr val="FFFF00"/>
                </a:solidFill>
              </a:rPr>
              <a:t>1</a:t>
            </a:r>
            <a:r>
              <a:rPr kumimoji="1" lang="ja-JP" altLang="en-US" sz="900" dirty="0">
                <a:solidFill>
                  <a:srgbClr val="FFFF00"/>
                </a:solidFill>
              </a:rPr>
              <a:t>ポートなので不要？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CDD664-01F3-0E71-E0B5-1332FE3A0CEB}"/>
              </a:ext>
            </a:extLst>
          </p:cNvPr>
          <p:cNvSpPr txBox="1"/>
          <p:nvPr/>
        </p:nvSpPr>
        <p:spPr>
          <a:xfrm>
            <a:off x="6528707" y="832830"/>
            <a:ext cx="4808764" cy="40370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dial-peer voice 101 pots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trunkgroup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ISDN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description Outgoing dial-peer to PSTN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translation-profile outgoing Outgoing-to-ISDN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destination-pattern BAD.BAD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forward-digits all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rgbClr val="FF0000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voice class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dpg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100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description Incoming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WxC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(DP200201) to PSTN (DP101)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dial-peer 101 preference 1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voice class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uri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200 sip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pattern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dtg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=</a:t>
            </a:r>
            <a:r>
              <a:rPr lang="en-US" altLang="ja-JP" sz="1100" dirty="0">
                <a:solidFill>
                  <a:srgbClr val="FF0000"/>
                </a:solidFill>
                <a:latin typeface="+mn-ea"/>
              </a:rPr>
              <a:t>lgw.tky2074578062.lgu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BA1DED19-180B-5155-7E30-6A227CFF81AD}"/>
              </a:ext>
            </a:extLst>
          </p:cNvPr>
          <p:cNvSpPr/>
          <p:nvPr/>
        </p:nvSpPr>
        <p:spPr>
          <a:xfrm>
            <a:off x="1724923" y="2598649"/>
            <a:ext cx="2209053" cy="472461"/>
          </a:xfrm>
          <a:prstGeom prst="wedgeRoundRectCallout">
            <a:avLst>
              <a:gd name="adj1" fmla="val -43702"/>
              <a:gd name="adj2" fmla="val 109624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ISDN </a:t>
            </a:r>
            <a:r>
              <a:rPr lang="ja-JP" altLang="en-US" sz="900" dirty="0">
                <a:solidFill>
                  <a:srgbClr val="FFFF00"/>
                </a:solidFill>
              </a:rPr>
              <a:t>向け</a:t>
            </a:r>
            <a:r>
              <a:rPr kumimoji="1" lang="ja-JP" altLang="en-US" sz="900" dirty="0">
                <a:solidFill>
                  <a:srgbClr val="FFFF00"/>
                </a:solidFill>
              </a:rPr>
              <a:t>の発信時の変換ルール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5BD9510C-4889-6A5D-D205-D95AB5542906}"/>
              </a:ext>
            </a:extLst>
          </p:cNvPr>
          <p:cNvSpPr/>
          <p:nvPr/>
        </p:nvSpPr>
        <p:spPr>
          <a:xfrm>
            <a:off x="6601118" y="4869832"/>
            <a:ext cx="2209053" cy="472461"/>
          </a:xfrm>
          <a:prstGeom prst="wedgeRoundRectCallout">
            <a:avLst>
              <a:gd name="adj1" fmla="val -39706"/>
              <a:gd name="adj2" fmla="val -115917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 err="1">
                <a:solidFill>
                  <a:srgbClr val="FFFF00"/>
                </a:solidFill>
              </a:rPr>
              <a:t>WxC</a:t>
            </a:r>
            <a:r>
              <a:rPr kumimoji="1" lang="en-US" altLang="ja-JP" sz="900" dirty="0">
                <a:solidFill>
                  <a:srgbClr val="FFFF00"/>
                </a:solidFill>
              </a:rPr>
              <a:t> </a:t>
            </a:r>
            <a:r>
              <a:rPr kumimoji="1" lang="ja-JP" altLang="en-US" sz="900" dirty="0">
                <a:solidFill>
                  <a:srgbClr val="FFFF00"/>
                </a:solidFill>
              </a:rPr>
              <a:t>からの着信特定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DFE2CA56-A6C4-E8D7-E7FE-BBA4326C424C}"/>
              </a:ext>
            </a:extLst>
          </p:cNvPr>
          <p:cNvSpPr/>
          <p:nvPr/>
        </p:nvSpPr>
        <p:spPr>
          <a:xfrm>
            <a:off x="8878047" y="738041"/>
            <a:ext cx="2209053" cy="472461"/>
          </a:xfrm>
          <a:prstGeom prst="wedgeRoundRectCallout">
            <a:avLst>
              <a:gd name="adj1" fmla="val -70531"/>
              <a:gd name="adj2" fmla="val -24779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ISDN </a:t>
            </a:r>
            <a:r>
              <a:rPr lang="ja-JP" altLang="en-US" sz="900" dirty="0">
                <a:solidFill>
                  <a:srgbClr val="FFFF00"/>
                </a:solidFill>
              </a:rPr>
              <a:t>向けの </a:t>
            </a:r>
            <a:r>
              <a:rPr lang="en-US" altLang="ja-JP" sz="900" dirty="0">
                <a:solidFill>
                  <a:srgbClr val="FFFF00"/>
                </a:solidFill>
              </a:rPr>
              <a:t>outgoing</a:t>
            </a:r>
            <a:r>
              <a:rPr lang="ja-JP" altLang="en-US" sz="900" dirty="0">
                <a:solidFill>
                  <a:srgbClr val="FFFF00"/>
                </a:solidFill>
              </a:rPr>
              <a:t> </a:t>
            </a:r>
            <a:r>
              <a:rPr lang="en-US" altLang="ja-JP" sz="900" dirty="0">
                <a:solidFill>
                  <a:srgbClr val="FFFF00"/>
                </a:solidFill>
              </a:rPr>
              <a:t>dial-peer</a:t>
            </a:r>
          </a:p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（</a:t>
            </a:r>
            <a:r>
              <a:rPr kumimoji="1" lang="en-US" altLang="ja-JP" sz="900" dirty="0">
                <a:solidFill>
                  <a:srgbClr val="FFFF00"/>
                </a:solidFill>
              </a:rPr>
              <a:t>221 pots </a:t>
            </a:r>
            <a:r>
              <a:rPr kumimoji="1" lang="ja-JP" altLang="en-US" sz="900" dirty="0">
                <a:solidFill>
                  <a:srgbClr val="FFFF00"/>
                </a:solidFill>
              </a:rPr>
              <a:t>で設定済み）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F4E19937-6DAB-91B3-D24E-43663449080D}"/>
              </a:ext>
            </a:extLst>
          </p:cNvPr>
          <p:cNvSpPr/>
          <p:nvPr/>
        </p:nvSpPr>
        <p:spPr>
          <a:xfrm>
            <a:off x="2429995" y="1622117"/>
            <a:ext cx="2209053" cy="472461"/>
          </a:xfrm>
          <a:prstGeom prst="wedgeRoundRectCallout">
            <a:avLst>
              <a:gd name="adj1" fmla="val -77184"/>
              <a:gd name="adj2" fmla="val -106573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ISDN </a:t>
            </a:r>
            <a:r>
              <a:rPr kumimoji="1" lang="ja-JP" altLang="en-US" sz="900" dirty="0">
                <a:solidFill>
                  <a:srgbClr val="FFFF00"/>
                </a:solidFill>
              </a:rPr>
              <a:t>向け </a:t>
            </a:r>
            <a:r>
              <a:rPr kumimoji="1" lang="en-US" altLang="ja-JP" sz="900" dirty="0">
                <a:solidFill>
                  <a:srgbClr val="FFFF00"/>
                </a:solidFill>
              </a:rPr>
              <a:t>IF </a:t>
            </a:r>
            <a:r>
              <a:rPr kumimoji="1" lang="ja-JP" altLang="en-US" sz="900" dirty="0">
                <a:solidFill>
                  <a:srgbClr val="FFFF00"/>
                </a:solidFill>
              </a:rPr>
              <a:t>の設定</a:t>
            </a:r>
            <a:endParaRPr kumimoji="1" lang="en-US" altLang="ja-JP" sz="900" dirty="0">
              <a:solidFill>
                <a:srgbClr val="FFFF00"/>
              </a:solidFill>
            </a:endParaRPr>
          </a:p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この辺はすでに設定済み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043A4D45-59E1-6209-77C4-CFFC7D063EEE}"/>
              </a:ext>
            </a:extLst>
          </p:cNvPr>
          <p:cNvSpPr/>
          <p:nvPr/>
        </p:nvSpPr>
        <p:spPr>
          <a:xfrm>
            <a:off x="7877166" y="2322019"/>
            <a:ext cx="2209053" cy="472461"/>
          </a:xfrm>
          <a:prstGeom prst="wedgeRoundRectCallout">
            <a:avLst>
              <a:gd name="adj1" fmla="val -47371"/>
              <a:gd name="adj2" fmla="val 123832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Outgoing / incoming </a:t>
            </a:r>
            <a:r>
              <a:rPr lang="ja-JP" altLang="en-US" sz="900" dirty="0">
                <a:solidFill>
                  <a:srgbClr val="FFFF00"/>
                </a:solidFill>
              </a:rPr>
              <a:t>を紐づける</a:t>
            </a:r>
            <a:endParaRPr kumimoji="1" lang="ja-JP" altLang="en-US" sz="9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45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A54EC-7B55-2D38-B8DE-6B7A53BA2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542048-0BCE-E5BA-EE94-73DEF5D3060A}"/>
              </a:ext>
            </a:extLst>
          </p:cNvPr>
          <p:cNvSpPr txBox="1"/>
          <p:nvPr/>
        </p:nvSpPr>
        <p:spPr>
          <a:xfrm>
            <a:off x="323850" y="881815"/>
            <a:ext cx="4808764" cy="40370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dial-peer voice 200201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voip</a:t>
            </a:r>
            <a:endParaRPr lang="en-US" altLang="ja-JP" sz="1100" dirty="0">
              <a:solidFill>
                <a:schemeClr val="accent2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description Inbound/Outbound Webex Calling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session protocol sipv2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destination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dpg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100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incoming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uri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request 200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voice-class codec 99 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voice-class stun-usage 200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no voice-class sip localhost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voice-class sip tenant 200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dtmf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-relay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rtp-nte</a:t>
            </a:r>
            <a:endParaRPr lang="en-US" altLang="ja-JP" sz="1100" dirty="0">
              <a:solidFill>
                <a:schemeClr val="accent2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srtp</a:t>
            </a:r>
            <a:endParaRPr lang="en-US" altLang="ja-JP" sz="1100" dirty="0">
              <a:solidFill>
                <a:schemeClr val="accent2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no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vad</a:t>
            </a:r>
            <a:endParaRPr lang="en-US" altLang="ja-JP" sz="1100" dirty="0">
              <a:solidFill>
                <a:schemeClr val="accent2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F0ED3-87DD-D534-FD1B-7EB2E629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WxC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WxCC</a:t>
            </a:r>
            <a:r>
              <a:rPr kumimoji="1" lang="en-US" altLang="ja-JP" dirty="0"/>
              <a:t> </a:t>
            </a:r>
            <a:r>
              <a:rPr kumimoji="1" lang="ja-JP" altLang="en-US" dirty="0"/>
              <a:t>基本設定８</a:t>
            </a:r>
            <a:r>
              <a:rPr lang="ja-JP" altLang="en-US" dirty="0"/>
              <a:t>（</a:t>
            </a:r>
            <a:r>
              <a:rPr lang="en-US" altLang="ja-JP" dirty="0"/>
              <a:t>LGW</a:t>
            </a:r>
            <a:r>
              <a:rPr lang="ja-JP" altLang="en-US" dirty="0"/>
              <a:t>の</a:t>
            </a:r>
            <a:r>
              <a:rPr lang="en-US" altLang="ja-JP"/>
              <a:t>dial-peer</a:t>
            </a:r>
            <a:r>
              <a:rPr lang="ja-JP" altLang="en-US"/>
              <a:t>用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09947617-045F-E757-CDB0-9386376E97AC}"/>
              </a:ext>
            </a:extLst>
          </p:cNvPr>
          <p:cNvSpPr/>
          <p:nvPr/>
        </p:nvSpPr>
        <p:spPr>
          <a:xfrm>
            <a:off x="3572623" y="1170287"/>
            <a:ext cx="2209053" cy="472461"/>
          </a:xfrm>
          <a:prstGeom prst="wedgeRoundRectCallout">
            <a:avLst>
              <a:gd name="adj1" fmla="val -71024"/>
              <a:gd name="adj2" fmla="val -76620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 err="1">
                <a:solidFill>
                  <a:srgbClr val="FFFF00"/>
                </a:solidFill>
              </a:rPr>
              <a:t>WxC</a:t>
            </a:r>
            <a:r>
              <a:rPr lang="ja-JP" altLang="en-US" sz="900" dirty="0">
                <a:solidFill>
                  <a:srgbClr val="FFFF00"/>
                </a:solidFill>
              </a:rPr>
              <a:t> から受信するための </a:t>
            </a:r>
            <a:r>
              <a:rPr lang="en-US" altLang="ja-JP" sz="900" dirty="0">
                <a:solidFill>
                  <a:srgbClr val="FFFF00"/>
                </a:solidFill>
              </a:rPr>
              <a:t>incoming dial-peer</a:t>
            </a:r>
            <a:endParaRPr kumimoji="1" lang="ja-JP" altLang="en-US" sz="9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B9D54-1381-995E-DE45-CDB1274AC266}"/>
              </a:ext>
            </a:extLst>
          </p:cNvPr>
          <p:cNvSpPr txBox="1"/>
          <p:nvPr/>
        </p:nvSpPr>
        <p:spPr>
          <a:xfrm>
            <a:off x="6528707" y="832830"/>
            <a:ext cx="4808764" cy="55245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5">
                    <a:lumMod val="10000"/>
                  </a:schemeClr>
                </a:solidFill>
                <a:latin typeface="+mn-ea"/>
              </a:rPr>
              <a:t> </a:t>
            </a:r>
            <a:r>
              <a:rPr lang="en-US" altLang="ja-JP" sz="1100" dirty="0">
                <a:solidFill>
                  <a:srgbClr val="0070C0"/>
                </a:solidFill>
                <a:latin typeface="+mn-ea"/>
              </a:rPr>
              <a:t>voice translation-rule 2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rgbClr val="0070C0"/>
                </a:solidFill>
                <a:latin typeface="+mn-ea"/>
              </a:rPr>
              <a:t>  rule 1 /^/ /+813/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exit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voice translation-rule 4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rule 1 /^0/ /+81/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exit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voice translation-profile Incoming-from-ISDN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translate calling 4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translate called 2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accent2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dial-peer voice 200201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voip</a:t>
            </a:r>
            <a:endParaRPr lang="en-US" altLang="ja-JP" sz="1100" dirty="0">
              <a:solidFill>
                <a:schemeClr val="accent2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translation-profile outgoing Incoming-from-ISDN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destination-pattern BAD.BAD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ja-JP" altLang="en-US" sz="1100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session target sip-server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rgbClr val="FF0000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voice class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dpg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200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description Incoming PSTN (DP100) to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WxC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(DP200201)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dial-peer 200201 preference 1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F4A9ABD7-6752-8E5F-4278-CFA56DC8B259}"/>
              </a:ext>
            </a:extLst>
          </p:cNvPr>
          <p:cNvSpPr/>
          <p:nvPr/>
        </p:nvSpPr>
        <p:spPr>
          <a:xfrm>
            <a:off x="9030448" y="790589"/>
            <a:ext cx="2209053" cy="472461"/>
          </a:xfrm>
          <a:prstGeom prst="wedgeRoundRectCallout">
            <a:avLst>
              <a:gd name="adj1" fmla="val -70531"/>
              <a:gd name="adj2" fmla="val -24779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 err="1">
                <a:solidFill>
                  <a:srgbClr val="FFFF00"/>
                </a:solidFill>
              </a:rPr>
              <a:t>WxC</a:t>
            </a:r>
            <a:r>
              <a:rPr kumimoji="1" lang="en-US" altLang="ja-JP" sz="900" dirty="0">
                <a:solidFill>
                  <a:srgbClr val="FFFF00"/>
                </a:solidFill>
              </a:rPr>
              <a:t> </a:t>
            </a:r>
            <a:r>
              <a:rPr kumimoji="1" lang="ja-JP" altLang="en-US" sz="900" dirty="0">
                <a:solidFill>
                  <a:srgbClr val="FFFF00"/>
                </a:solidFill>
              </a:rPr>
              <a:t>向けの番号変換</a:t>
            </a:r>
            <a:endParaRPr kumimoji="1" lang="en-US" altLang="ja-JP" sz="900" dirty="0">
              <a:solidFill>
                <a:srgbClr val="FFFF00"/>
              </a:solidFill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77920BE5-8990-70D3-D9A1-B727B3659E86}"/>
              </a:ext>
            </a:extLst>
          </p:cNvPr>
          <p:cNvSpPr/>
          <p:nvPr/>
        </p:nvSpPr>
        <p:spPr>
          <a:xfrm>
            <a:off x="9601948" y="3299746"/>
            <a:ext cx="2209053" cy="472461"/>
          </a:xfrm>
          <a:prstGeom prst="wedgeRoundRectCallout">
            <a:avLst>
              <a:gd name="adj1" fmla="val -52298"/>
              <a:gd name="adj2" fmla="val 105399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altLang="ja-JP" sz="900" dirty="0" err="1">
                <a:solidFill>
                  <a:srgbClr val="FFFF00"/>
                </a:solidFill>
              </a:rPr>
              <a:t>WxC</a:t>
            </a:r>
            <a:r>
              <a:rPr lang="en-US" altLang="ja-JP" sz="900" dirty="0">
                <a:solidFill>
                  <a:srgbClr val="FFFF00"/>
                </a:solidFill>
              </a:rPr>
              <a:t> </a:t>
            </a:r>
            <a:r>
              <a:rPr lang="ja-JP" altLang="en-US" sz="900" dirty="0">
                <a:solidFill>
                  <a:srgbClr val="FFFF00"/>
                </a:solidFill>
              </a:rPr>
              <a:t>向けの</a:t>
            </a:r>
            <a:r>
              <a:rPr lang="en-US" altLang="ja-JP" sz="900" dirty="0">
                <a:solidFill>
                  <a:srgbClr val="FFFF00"/>
                </a:solidFill>
              </a:rPr>
              <a:t>outgoing </a:t>
            </a:r>
            <a:r>
              <a:rPr lang="ja-JP" altLang="en-US" sz="900" dirty="0">
                <a:solidFill>
                  <a:srgbClr val="FFFF00"/>
                </a:solidFill>
              </a:rPr>
              <a:t>を追加する</a:t>
            </a:r>
            <a:endParaRPr kumimoji="1" lang="ja-JP" altLang="en-US" sz="900" dirty="0">
              <a:solidFill>
                <a:srgbClr val="FFFF00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E7A073A-1786-C2EE-CC33-F2CF26D03AC1}"/>
              </a:ext>
            </a:extLst>
          </p:cNvPr>
          <p:cNvSpPr/>
          <p:nvPr/>
        </p:nvSpPr>
        <p:spPr>
          <a:xfrm>
            <a:off x="8521396" y="1477598"/>
            <a:ext cx="3346754" cy="718705"/>
          </a:xfrm>
          <a:prstGeom prst="wedgeRoundRectCallout">
            <a:avLst>
              <a:gd name="adj1" fmla="val -65875"/>
              <a:gd name="adj2" fmla="val -111525"/>
              <a:gd name="adj3" fmla="val 16667"/>
            </a:avLst>
          </a:prstGeom>
          <a:solidFill>
            <a:schemeClr val="accent4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r>
              <a:rPr kumimoji="1"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voice translation-rule 2</a:t>
            </a:r>
          </a:p>
          <a:p>
            <a:r>
              <a:rPr kumimoji="1"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 rule 1 /^57712380$/ /</a:t>
            </a:r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+81357712380</a:t>
            </a:r>
            <a:r>
              <a:rPr kumimoji="1"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/</a:t>
            </a:r>
          </a:p>
          <a:p>
            <a:r>
              <a:rPr kumimoji="1"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</a:rPr>
              <a:t> rule 2 /^/ /+813/</a:t>
            </a:r>
          </a:p>
        </p:txBody>
      </p:sp>
    </p:spTree>
    <p:extLst>
      <p:ext uri="{BB962C8B-B14F-4D97-AF65-F5344CB8AC3E}">
        <p14:creationId xmlns:p14="http://schemas.microsoft.com/office/powerpoint/2010/main" val="424688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515FC-7ED9-B4A1-6757-497218387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BCAFDE-3EDD-6835-A01E-DF3B5A5CF560}"/>
              </a:ext>
            </a:extLst>
          </p:cNvPr>
          <p:cNvSpPr txBox="1"/>
          <p:nvPr/>
        </p:nvSpPr>
        <p:spPr>
          <a:xfrm>
            <a:off x="323850" y="881815"/>
            <a:ext cx="4808764" cy="13593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dial-peer voice 100 pots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description Incoming dial-peer from PSTN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trunkgroup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ISDN  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destination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dpg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200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incoming called-number ^57712380$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B25CC-C96A-F6E8-AFBE-34ECD56B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WxC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WxCC</a:t>
            </a:r>
            <a:r>
              <a:rPr kumimoji="1" lang="en-US" altLang="ja-JP" dirty="0"/>
              <a:t> </a:t>
            </a:r>
            <a:r>
              <a:rPr kumimoji="1" lang="ja-JP" altLang="en-US" dirty="0"/>
              <a:t>基本設定８</a:t>
            </a:r>
            <a:r>
              <a:rPr lang="ja-JP" altLang="en-US" dirty="0"/>
              <a:t>（</a:t>
            </a:r>
            <a:r>
              <a:rPr lang="en-US" altLang="ja-JP" dirty="0"/>
              <a:t>LGW</a:t>
            </a:r>
            <a:r>
              <a:rPr lang="ja-JP" altLang="en-US" dirty="0"/>
              <a:t>の</a:t>
            </a:r>
            <a:r>
              <a:rPr lang="en-US" altLang="ja-JP"/>
              <a:t>dial-peer</a:t>
            </a:r>
            <a:r>
              <a:rPr lang="ja-JP" altLang="en-US"/>
              <a:t>用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5814CE7E-181A-EB10-FBEF-37F0885EB543}"/>
              </a:ext>
            </a:extLst>
          </p:cNvPr>
          <p:cNvSpPr/>
          <p:nvPr/>
        </p:nvSpPr>
        <p:spPr>
          <a:xfrm>
            <a:off x="3250965" y="793686"/>
            <a:ext cx="2999326" cy="472461"/>
          </a:xfrm>
          <a:prstGeom prst="wedgeRoundRectCallout">
            <a:avLst>
              <a:gd name="adj1" fmla="val -60922"/>
              <a:gd name="adj2" fmla="val 105399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PSTN</a:t>
            </a:r>
            <a:r>
              <a:rPr kumimoji="1" lang="ja-JP" altLang="en-US" sz="900" dirty="0">
                <a:solidFill>
                  <a:srgbClr val="FFFF00"/>
                </a:solidFill>
              </a:rPr>
              <a:t> からのコールを </a:t>
            </a:r>
            <a:r>
              <a:rPr kumimoji="1" lang="en-US" altLang="ja-JP" sz="900" dirty="0">
                <a:solidFill>
                  <a:srgbClr val="FFFF00"/>
                </a:solidFill>
              </a:rPr>
              <a:t>dial-peer 100 </a:t>
            </a:r>
            <a:r>
              <a:rPr kumimoji="1" lang="ja-JP" altLang="en-US" sz="900" dirty="0">
                <a:solidFill>
                  <a:srgbClr val="FFFF00"/>
                </a:solidFill>
              </a:rPr>
              <a:t>で受け付ける</a:t>
            </a:r>
            <a:endParaRPr kumimoji="1" lang="en-US" altLang="ja-JP" sz="900" dirty="0">
              <a:solidFill>
                <a:srgbClr val="FFFF00"/>
              </a:solidFill>
            </a:endParaRPr>
          </a:p>
          <a:p>
            <a:pPr algn="ctr"/>
            <a:r>
              <a:rPr lang="ja-JP" altLang="en-US" sz="900" dirty="0">
                <a:solidFill>
                  <a:srgbClr val="FFFF00"/>
                </a:solidFill>
              </a:rPr>
              <a:t>（</a:t>
            </a:r>
            <a:r>
              <a:rPr lang="en-US" altLang="ja-JP" sz="900" dirty="0">
                <a:solidFill>
                  <a:srgbClr val="FFFF00"/>
                </a:solidFill>
              </a:rPr>
              <a:t>211,212 pots </a:t>
            </a:r>
            <a:r>
              <a:rPr lang="ja-JP" altLang="en-US" sz="900" dirty="0">
                <a:solidFill>
                  <a:srgbClr val="FFFF00"/>
                </a:solidFill>
              </a:rPr>
              <a:t>で設定済み）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AB78D6-787F-EAF2-465D-EA13AAF85B50}"/>
              </a:ext>
            </a:extLst>
          </p:cNvPr>
          <p:cNvSpPr txBox="1"/>
          <p:nvPr/>
        </p:nvSpPr>
        <p:spPr>
          <a:xfrm>
            <a:off x="6528707" y="832830"/>
            <a:ext cx="4808764" cy="55245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card type t1 0 1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network-clock synchronization automatic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no network-clock synchronization participate 0/1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isdn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switch-type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ntt</a:t>
            </a:r>
            <a:endParaRPr lang="en-US" altLang="ja-JP" sz="1100" dirty="0">
              <a:solidFill>
                <a:schemeClr val="accent2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voice call send-alert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voice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rtp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send-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recv</a:t>
            </a:r>
            <a:endParaRPr lang="en-US" altLang="ja-JP" sz="1100" dirty="0">
              <a:solidFill>
                <a:schemeClr val="accent2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controller T1 0/1/0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framing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esf</a:t>
            </a:r>
            <a:endParaRPr lang="en-US" altLang="ja-JP" sz="1100" dirty="0">
              <a:solidFill>
                <a:schemeClr val="accent2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clock source line primary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linecode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b8zs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cablelength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long 0db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pri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-group timeslots 1-24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exit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interface Serial0/1/0:23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no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ip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address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encapsulation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hdlc</a:t>
            </a:r>
            <a:endParaRPr lang="en-US" altLang="ja-JP" sz="1100" dirty="0">
              <a:solidFill>
                <a:schemeClr val="accent2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isdn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switch-type primary-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ntt</a:t>
            </a:r>
            <a:endParaRPr lang="en-US" altLang="ja-JP" sz="1100" dirty="0">
              <a:solidFill>
                <a:schemeClr val="accent2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isdn</a:t>
            </a: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incoming-voice voice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 exit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724D6BB-88CC-57A9-75A4-A556A4518C11}"/>
              </a:ext>
            </a:extLst>
          </p:cNvPr>
          <p:cNvSpPr/>
          <p:nvPr/>
        </p:nvSpPr>
        <p:spPr>
          <a:xfrm>
            <a:off x="9177405" y="478303"/>
            <a:ext cx="2209053" cy="472461"/>
          </a:xfrm>
          <a:prstGeom prst="wedgeRoundRectCallout">
            <a:avLst>
              <a:gd name="adj1" fmla="val -43921"/>
              <a:gd name="adj2" fmla="val 95031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ISDN</a:t>
            </a:r>
            <a:r>
              <a:rPr lang="ja-JP" altLang="en-US" sz="900" dirty="0">
                <a:solidFill>
                  <a:srgbClr val="FFFF00"/>
                </a:solidFill>
              </a:rPr>
              <a:t> に接続するための設定</a:t>
            </a:r>
            <a:endParaRPr kumimoji="1" lang="en-US" altLang="ja-JP" sz="9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45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4ABB2-A80D-9BA8-04F2-56EB1754C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371A51-E64F-8188-C29F-09B9C096DEF7}"/>
              </a:ext>
            </a:extLst>
          </p:cNvPr>
          <p:cNvSpPr txBox="1"/>
          <p:nvPr/>
        </p:nvSpPr>
        <p:spPr>
          <a:xfrm>
            <a:off x="323850" y="881815"/>
            <a:ext cx="4808764" cy="31444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dial-peer voice 200201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voip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max-conn 250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call treatment on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call threshold global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cpu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-avg low 75 high 80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call threshold global total-mem low 75 high 80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call threshold global total-calls low 250 high 250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no dial-peer outbound status-check pots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1BFE1-ECB1-42D3-7B37-38B680B6E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WxC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WxCC</a:t>
            </a:r>
            <a:r>
              <a:rPr kumimoji="1" lang="en-US" altLang="ja-JP" dirty="0"/>
              <a:t> </a:t>
            </a:r>
            <a:r>
              <a:rPr kumimoji="1" lang="ja-JP" altLang="en-US" dirty="0"/>
              <a:t>基本設定８</a:t>
            </a:r>
            <a:r>
              <a:rPr lang="ja-JP" altLang="en-US" dirty="0"/>
              <a:t>（</a:t>
            </a:r>
            <a:r>
              <a:rPr lang="en-US" altLang="ja-JP" dirty="0"/>
              <a:t>LGW</a:t>
            </a:r>
            <a:r>
              <a:rPr lang="ja-JP" altLang="en-US" dirty="0"/>
              <a:t>の</a:t>
            </a:r>
            <a:r>
              <a:rPr lang="en-US" altLang="ja-JP"/>
              <a:t>dial-peer</a:t>
            </a:r>
            <a:r>
              <a:rPr lang="ja-JP" altLang="en-US"/>
              <a:t>用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B85F782E-F878-F88F-C377-2E3170B07B1E}"/>
              </a:ext>
            </a:extLst>
          </p:cNvPr>
          <p:cNvSpPr/>
          <p:nvPr/>
        </p:nvSpPr>
        <p:spPr>
          <a:xfrm>
            <a:off x="2810621" y="796105"/>
            <a:ext cx="2209053" cy="472461"/>
          </a:xfrm>
          <a:prstGeom prst="wedgeRoundRectCallout">
            <a:avLst>
              <a:gd name="adj1" fmla="val -75870"/>
              <a:gd name="adj2" fmla="val -9291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同時接続数を変える</a:t>
            </a:r>
            <a:endParaRPr kumimoji="1" lang="en-US" altLang="ja-JP" sz="900" dirty="0">
              <a:solidFill>
                <a:srgbClr val="FFFF00"/>
              </a:solidFill>
            </a:endParaRPr>
          </a:p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（設定してもしなくてもどちらでも）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B1D4A-9314-B141-2B18-C10A86331409}"/>
              </a:ext>
            </a:extLst>
          </p:cNvPr>
          <p:cNvSpPr txBox="1"/>
          <p:nvPr/>
        </p:nvSpPr>
        <p:spPr>
          <a:xfrm>
            <a:off x="6528707" y="832830"/>
            <a:ext cx="4808764" cy="2251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voice translation-rule 200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rule 1 reject /^110$/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rule 2 reject /^118$/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rule 3 reject /^119$/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voice translation-profile Call-Block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translate called 200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dial-peer voice 200201 </a:t>
            </a:r>
            <a:r>
              <a:rPr lang="en-US" altLang="ja-JP" sz="1100" dirty="0" err="1">
                <a:solidFill>
                  <a:schemeClr val="accent2"/>
                </a:solidFill>
                <a:latin typeface="+mn-ea"/>
              </a:rPr>
              <a:t>voip</a:t>
            </a:r>
            <a:endParaRPr lang="en-US" altLang="ja-JP" sz="1100" dirty="0">
              <a:solidFill>
                <a:schemeClr val="accent2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altLang="ja-JP" sz="1100" dirty="0">
                <a:solidFill>
                  <a:schemeClr val="accent2"/>
                </a:solidFill>
                <a:latin typeface="+mn-ea"/>
              </a:rPr>
              <a:t> call-block translation-profile incoming Call-Block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EF46E72D-FD0F-5416-7B99-967C158106D5}"/>
              </a:ext>
            </a:extLst>
          </p:cNvPr>
          <p:cNvSpPr/>
          <p:nvPr/>
        </p:nvSpPr>
        <p:spPr>
          <a:xfrm>
            <a:off x="9177405" y="478303"/>
            <a:ext cx="2209053" cy="472461"/>
          </a:xfrm>
          <a:prstGeom prst="wedgeRoundRectCallout">
            <a:avLst>
              <a:gd name="adj1" fmla="val -43921"/>
              <a:gd name="adj2" fmla="val 95031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緊急通報をブロック</a:t>
            </a:r>
            <a:endParaRPr kumimoji="1" lang="en-US" altLang="ja-JP" sz="900" dirty="0">
              <a:solidFill>
                <a:srgbClr val="FFFF00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19948886-8D74-067D-CAB5-D206F27DFD7F}"/>
              </a:ext>
            </a:extLst>
          </p:cNvPr>
          <p:cNvSpPr/>
          <p:nvPr/>
        </p:nvSpPr>
        <p:spPr>
          <a:xfrm>
            <a:off x="3621606" y="3192769"/>
            <a:ext cx="2209053" cy="472461"/>
          </a:xfrm>
          <a:prstGeom prst="wedgeRoundRectCallout">
            <a:avLst>
              <a:gd name="adj1" fmla="val -74227"/>
              <a:gd name="adj2" fmla="val 33974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冗長化する場合はこの設定が必要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38BBE079-9928-78F4-2AAF-6C4804C47FF9}"/>
              </a:ext>
            </a:extLst>
          </p:cNvPr>
          <p:cNvSpPr/>
          <p:nvPr/>
        </p:nvSpPr>
        <p:spPr>
          <a:xfrm>
            <a:off x="3272583" y="1696977"/>
            <a:ext cx="1860031" cy="472461"/>
          </a:xfrm>
          <a:prstGeom prst="wedgeRoundRectCallout">
            <a:avLst>
              <a:gd name="adj1" fmla="val -75870"/>
              <a:gd name="adj2" fmla="val -9291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全体コール数、メモリ、</a:t>
            </a:r>
            <a:r>
              <a:rPr kumimoji="1" lang="en-US" altLang="ja-JP" sz="900" dirty="0">
                <a:solidFill>
                  <a:srgbClr val="FFFF00"/>
                </a:solidFill>
              </a:rPr>
              <a:t>CPU</a:t>
            </a:r>
            <a:r>
              <a:rPr kumimoji="1" lang="ja-JP" altLang="en-US" sz="900" dirty="0">
                <a:solidFill>
                  <a:srgbClr val="FFFF00"/>
                </a:solidFill>
              </a:rPr>
              <a:t>の</a:t>
            </a:r>
            <a:br>
              <a:rPr kumimoji="1" lang="en-US" altLang="ja-JP" sz="900" dirty="0">
                <a:solidFill>
                  <a:srgbClr val="FFFF00"/>
                </a:solidFill>
              </a:rPr>
            </a:br>
            <a:r>
              <a:rPr kumimoji="1" lang="ja-JP" altLang="en-US" sz="900" dirty="0">
                <a:solidFill>
                  <a:srgbClr val="FFFF00"/>
                </a:solidFill>
              </a:rPr>
              <a:t>閾値を制限できる</a:t>
            </a:r>
          </a:p>
        </p:txBody>
      </p:sp>
    </p:spTree>
    <p:extLst>
      <p:ext uri="{BB962C8B-B14F-4D97-AF65-F5344CB8AC3E}">
        <p14:creationId xmlns:p14="http://schemas.microsoft.com/office/powerpoint/2010/main" val="502726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68214-0A8C-DD80-554D-04EDF6336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314D-E965-D268-FA02-B3A8792C0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WxC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WxCC</a:t>
            </a:r>
            <a:r>
              <a:rPr kumimoji="1" lang="en-US" altLang="ja-JP" dirty="0"/>
              <a:t> </a:t>
            </a:r>
            <a:r>
              <a:rPr kumimoji="1" lang="ja-JP" altLang="en-US" dirty="0"/>
              <a:t>基本設定８</a:t>
            </a:r>
            <a:r>
              <a:rPr lang="ja-JP" altLang="en-US" dirty="0"/>
              <a:t>（</a:t>
            </a:r>
            <a:r>
              <a:rPr lang="en-US" altLang="ja-JP" dirty="0"/>
              <a:t>LGW</a:t>
            </a:r>
            <a:r>
              <a:rPr lang="ja-JP" altLang="en-US" dirty="0"/>
              <a:t>の</a:t>
            </a:r>
            <a:r>
              <a:rPr lang="en-US" altLang="ja-JP"/>
              <a:t>dial-peer</a:t>
            </a:r>
            <a:r>
              <a:rPr lang="ja-JP" altLang="en-US"/>
              <a:t>用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0854F6D3-B50D-8565-A45E-9B81768C4EA6}"/>
              </a:ext>
            </a:extLst>
          </p:cNvPr>
          <p:cNvSpPr/>
          <p:nvPr/>
        </p:nvSpPr>
        <p:spPr>
          <a:xfrm>
            <a:off x="1319591" y="1982304"/>
            <a:ext cx="2836334" cy="3924487"/>
          </a:xfrm>
          <a:prstGeom prst="wedgeRoundRectCallout">
            <a:avLst>
              <a:gd name="adj1" fmla="val -86641"/>
              <a:gd name="adj2" fmla="val -6225"/>
              <a:gd name="adj3" fmla="val 16667"/>
            </a:avLst>
          </a:prstGeom>
          <a:solidFill>
            <a:schemeClr val="bg2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r>
              <a:rPr kumimoji="1" lang="en-US" altLang="ja-JP" sz="900" dirty="0">
                <a:solidFill>
                  <a:srgbClr val="FFFF00"/>
                </a:solidFill>
              </a:rPr>
              <a:t>voice translation-rule 210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 rule 1 /^$/ //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 rule 2 /^\(0.*\)$/ /0\1/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!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voice translation-rule 211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 rule 1 /^57712380$/ /8991901/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!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voice translation-rule 212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 rule 1 /^\(.*\)$/ /**\1/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!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voice translation-rule 2211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 rule 1 /^0\(.*\)$/ /\1/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!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voice translation-rule 2212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 rule 1 /^2...$/ /0357712380/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!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!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voice translation-profile fromPSTN_2Stage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 translate calling 210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 translate called 212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!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voice translation-profile </a:t>
            </a:r>
            <a:r>
              <a:rPr kumimoji="1" lang="en-US" altLang="ja-JP" sz="900" dirty="0" err="1">
                <a:solidFill>
                  <a:srgbClr val="FFFF00"/>
                </a:solidFill>
              </a:rPr>
              <a:t>fromPSTN_DID</a:t>
            </a:r>
            <a:endParaRPr kumimoji="1" lang="en-US" altLang="ja-JP" sz="900" dirty="0">
              <a:solidFill>
                <a:srgbClr val="FFFF00"/>
              </a:solidFill>
            </a:endParaRP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 translate calling 210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 translate called 211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!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voice translation-profile </a:t>
            </a:r>
            <a:r>
              <a:rPr kumimoji="1" lang="en-US" altLang="ja-JP" sz="900" dirty="0" err="1">
                <a:solidFill>
                  <a:srgbClr val="FFFF00"/>
                </a:solidFill>
              </a:rPr>
              <a:t>toPSTN</a:t>
            </a:r>
            <a:endParaRPr kumimoji="1" lang="en-US" altLang="ja-JP" sz="900" dirty="0">
              <a:solidFill>
                <a:srgbClr val="FFFF00"/>
              </a:solidFill>
            </a:endParaRP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 translate calling 2212</a:t>
            </a:r>
          </a:p>
          <a:p>
            <a:r>
              <a:rPr kumimoji="1" lang="en-US" altLang="ja-JP" sz="900" dirty="0">
                <a:solidFill>
                  <a:srgbClr val="FFFF00"/>
                </a:solidFill>
              </a:rPr>
              <a:t> translate called 2211</a:t>
            </a:r>
            <a:endParaRPr kumimoji="1" lang="ja-JP" altLang="en-US" sz="9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98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98781-C420-ACE4-22BF-45DD7345C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4C75B55-3D68-0E6F-7F58-93ACE4B56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memo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55827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F6EFF-DD5D-92E1-D582-613D66C57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Lab diagram</a:t>
            </a:r>
            <a:r>
              <a:rPr lang="ja-JP" altLang="en-US" dirty="0"/>
              <a:t> </a:t>
            </a:r>
            <a:r>
              <a:rPr lang="en-US" altLang="ja-JP" dirty="0"/>
              <a:t>On-premise</a:t>
            </a:r>
            <a:endParaRPr kumimoji="1" lang="ja-JP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9912D4-F3C1-E693-2282-AC4E76222A3D}"/>
              </a:ext>
            </a:extLst>
          </p:cNvPr>
          <p:cNvSpPr/>
          <p:nvPr/>
        </p:nvSpPr>
        <p:spPr>
          <a:xfrm>
            <a:off x="10192779" y="1841766"/>
            <a:ext cx="1457527" cy="5787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</a:rPr>
              <a:t>UCCX</a:t>
            </a:r>
            <a:endParaRPr kumimoji="1" lang="ja-JP" altLang="en-US" sz="1600" dirty="0" err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10720F-85F8-662C-51CB-95F3D4515327}"/>
              </a:ext>
            </a:extLst>
          </p:cNvPr>
          <p:cNvSpPr/>
          <p:nvPr/>
        </p:nvSpPr>
        <p:spPr>
          <a:xfrm>
            <a:off x="7050204" y="1841766"/>
            <a:ext cx="1457527" cy="5787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lang="en-US" altLang="ja-JP" sz="1600" dirty="0">
                <a:solidFill>
                  <a:schemeClr val="bg1"/>
                </a:solidFill>
              </a:rPr>
              <a:t>CUCM</a:t>
            </a:r>
            <a:endParaRPr kumimoji="1" lang="ja-JP" altLang="en-US" sz="1600" dirty="0" err="1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E57519-96A0-3B65-96EE-8B1FCFFA986D}"/>
              </a:ext>
            </a:extLst>
          </p:cNvPr>
          <p:cNvSpPr/>
          <p:nvPr/>
        </p:nvSpPr>
        <p:spPr>
          <a:xfrm>
            <a:off x="5536801" y="5170730"/>
            <a:ext cx="1218581" cy="492443"/>
          </a:xfrm>
          <a:prstGeom prst="roundRect">
            <a:avLst/>
          </a:prstGeom>
          <a:solidFill>
            <a:schemeClr val="bg1">
              <a:lumMod val="10000"/>
              <a:lumOff val="90000"/>
            </a:schemeClr>
          </a:solidFill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</a:rPr>
              <a:t>CC agent</a:t>
            </a:r>
            <a:endParaRPr kumimoji="1" lang="ja-JP" altLang="en-US" sz="1400" dirty="0" err="1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93756A-163F-2005-E359-688A57ABF937}"/>
              </a:ext>
            </a:extLst>
          </p:cNvPr>
          <p:cNvSpPr/>
          <p:nvPr/>
        </p:nvSpPr>
        <p:spPr>
          <a:xfrm>
            <a:off x="795860" y="5178800"/>
            <a:ext cx="1395919" cy="492443"/>
          </a:xfrm>
          <a:prstGeom prst="roundRect">
            <a:avLst/>
          </a:prstGeom>
          <a:solidFill>
            <a:schemeClr val="bg1">
              <a:lumMod val="10000"/>
              <a:lumOff val="90000"/>
            </a:schemeClr>
          </a:solidFill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</a:rPr>
              <a:t>customer</a:t>
            </a:r>
            <a:endParaRPr kumimoji="1" lang="ja-JP" altLang="en-US" sz="1600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839A4D-8230-C449-6AA5-7C6CB7A05EF4}"/>
              </a:ext>
            </a:extLst>
          </p:cNvPr>
          <p:cNvSpPr/>
          <p:nvPr/>
        </p:nvSpPr>
        <p:spPr>
          <a:xfrm>
            <a:off x="765056" y="1841766"/>
            <a:ext cx="1457527" cy="5787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</a:rPr>
              <a:t>PSTN</a:t>
            </a:r>
            <a:endParaRPr kumimoji="1" lang="ja-JP" alt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362D55-4C35-8242-C900-1840DFED279D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1493820" y="2420562"/>
            <a:ext cx="0" cy="27582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F9AD5D0-10C5-D7F6-7B7C-A5C6C72CE675}"/>
              </a:ext>
            </a:extLst>
          </p:cNvPr>
          <p:cNvSpPr/>
          <p:nvPr/>
        </p:nvSpPr>
        <p:spPr>
          <a:xfrm>
            <a:off x="3907630" y="1841766"/>
            <a:ext cx="1457527" cy="5787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</a:rPr>
              <a:t>LGW</a:t>
            </a:r>
            <a:endParaRPr kumimoji="1" lang="ja-JP" alt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CC702C-A695-57E2-12F2-E986142A9BC5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2222583" y="2131164"/>
            <a:ext cx="1685047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1D0C229-12BB-BBFF-7CAC-10B0056ABA0C}"/>
              </a:ext>
            </a:extLst>
          </p:cNvPr>
          <p:cNvCxnSpPr>
            <a:cxnSpLocks/>
            <a:stCxn id="12" idx="3"/>
            <a:endCxn id="5" idx="1"/>
          </p:cNvCxnSpPr>
          <p:nvPr/>
        </p:nvCxnSpPr>
        <p:spPr>
          <a:xfrm>
            <a:off x="5365157" y="2131164"/>
            <a:ext cx="1685047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BBD79F8-B8B1-E190-95F7-A3EC99E116CD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6146092" y="2420562"/>
            <a:ext cx="1632876" cy="275016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A68EBCB-4DB2-8568-3D46-951BFCC11142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8507731" y="2131164"/>
            <a:ext cx="168504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peech Bubble: Rectangle with Corners Rounded 35">
            <a:extLst>
              <a:ext uri="{FF2B5EF4-FFF2-40B4-BE49-F238E27FC236}">
                <a16:creationId xmlns:a16="http://schemas.microsoft.com/office/drawing/2014/main" id="{76BF7C87-7DA3-6CFD-ADEC-C872F3BB753B}"/>
              </a:ext>
            </a:extLst>
          </p:cNvPr>
          <p:cNvSpPr/>
          <p:nvPr/>
        </p:nvSpPr>
        <p:spPr>
          <a:xfrm>
            <a:off x="795860" y="1062328"/>
            <a:ext cx="1616437" cy="519621"/>
          </a:xfrm>
          <a:prstGeom prst="wedgeRoundRectCallout">
            <a:avLst>
              <a:gd name="adj1" fmla="val -45152"/>
              <a:gd name="adj2" fmla="val 118691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Customer </a:t>
            </a:r>
            <a:r>
              <a:rPr kumimoji="1" lang="ja-JP" altLang="en-US" sz="900" dirty="0">
                <a:solidFill>
                  <a:srgbClr val="FFFF00"/>
                </a:solidFill>
              </a:rPr>
              <a:t>から外線着信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135DCC69-5822-D5E4-046E-1F842FEA886D}"/>
              </a:ext>
            </a:extLst>
          </p:cNvPr>
          <p:cNvSpPr/>
          <p:nvPr/>
        </p:nvSpPr>
        <p:spPr>
          <a:xfrm>
            <a:off x="3907630" y="1077125"/>
            <a:ext cx="1616437" cy="519621"/>
          </a:xfrm>
          <a:prstGeom prst="wedgeRoundRectCallout">
            <a:avLst>
              <a:gd name="adj1" fmla="val -45152"/>
              <a:gd name="adj2" fmla="val 118691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外線コールは</a:t>
            </a:r>
            <a:r>
              <a:rPr kumimoji="1" lang="en-US" altLang="ja-JP" sz="900" dirty="0">
                <a:solidFill>
                  <a:srgbClr val="FFFF00"/>
                </a:solidFill>
              </a:rPr>
              <a:t>LGW</a:t>
            </a:r>
            <a:r>
              <a:rPr kumimoji="1" lang="ja-JP" altLang="en-US" sz="900" dirty="0">
                <a:solidFill>
                  <a:srgbClr val="FFFF00"/>
                </a:solidFill>
              </a:rPr>
              <a:t>に着信し、</a:t>
            </a:r>
            <a:r>
              <a:rPr kumimoji="1" lang="en-US" altLang="ja-JP" sz="900" dirty="0">
                <a:solidFill>
                  <a:srgbClr val="FFFF00"/>
                </a:solidFill>
              </a:rPr>
              <a:t>CUCM </a:t>
            </a:r>
            <a:r>
              <a:rPr kumimoji="1" lang="ja-JP" altLang="en-US" sz="900" dirty="0">
                <a:solidFill>
                  <a:srgbClr val="FFFF00"/>
                </a:solidFill>
              </a:rPr>
              <a:t>に渡す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FF41209F-E6A1-E082-8E4C-A11CE5DD57C5}"/>
              </a:ext>
            </a:extLst>
          </p:cNvPr>
          <p:cNvSpPr/>
          <p:nvPr/>
        </p:nvSpPr>
        <p:spPr>
          <a:xfrm>
            <a:off x="7019400" y="1062679"/>
            <a:ext cx="1616437" cy="519621"/>
          </a:xfrm>
          <a:prstGeom prst="wedgeRoundRectCallout">
            <a:avLst>
              <a:gd name="adj1" fmla="val -45152"/>
              <a:gd name="adj2" fmla="val 118691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CC </a:t>
            </a:r>
            <a:r>
              <a:rPr kumimoji="1" lang="ja-JP" altLang="en-US" sz="900" dirty="0">
                <a:solidFill>
                  <a:srgbClr val="FFFF00"/>
                </a:solidFill>
              </a:rPr>
              <a:t>宛に着信したコールは </a:t>
            </a:r>
            <a:r>
              <a:rPr lang="en-US" altLang="ja-JP" sz="900" dirty="0">
                <a:solidFill>
                  <a:srgbClr val="FFFF00"/>
                </a:solidFill>
              </a:rPr>
              <a:t>UCCX</a:t>
            </a:r>
            <a:r>
              <a:rPr kumimoji="1" lang="en-US" altLang="ja-JP" sz="900" dirty="0">
                <a:solidFill>
                  <a:srgbClr val="FFFF00"/>
                </a:solidFill>
              </a:rPr>
              <a:t> </a:t>
            </a:r>
            <a:r>
              <a:rPr kumimoji="1" lang="ja-JP" altLang="en-US" sz="900" dirty="0">
                <a:solidFill>
                  <a:srgbClr val="FFFF00"/>
                </a:solidFill>
              </a:rPr>
              <a:t>に渡す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61E366E0-44AA-4E00-8B08-AB2B3740F946}"/>
              </a:ext>
            </a:extLst>
          </p:cNvPr>
          <p:cNvSpPr/>
          <p:nvPr/>
        </p:nvSpPr>
        <p:spPr>
          <a:xfrm>
            <a:off x="10192779" y="1062328"/>
            <a:ext cx="1616437" cy="519621"/>
          </a:xfrm>
          <a:prstGeom prst="wedgeRoundRectCallout">
            <a:avLst>
              <a:gd name="adj1" fmla="val -45152"/>
              <a:gd name="adj2" fmla="val 118691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CC agen</a:t>
            </a:r>
            <a:r>
              <a:rPr lang="en-US" altLang="ja-JP" sz="900" dirty="0">
                <a:solidFill>
                  <a:srgbClr val="FFFF00"/>
                </a:solidFill>
              </a:rPr>
              <a:t>t </a:t>
            </a:r>
            <a:r>
              <a:rPr lang="ja-JP" altLang="en-US" sz="900" dirty="0">
                <a:solidFill>
                  <a:srgbClr val="FFFF00"/>
                </a:solidFill>
              </a:rPr>
              <a:t>を割り振って、</a:t>
            </a:r>
            <a:r>
              <a:rPr lang="en-US" altLang="ja-JP" sz="900" dirty="0">
                <a:solidFill>
                  <a:srgbClr val="FFFF00"/>
                </a:solidFill>
              </a:rPr>
              <a:t>CUCM </a:t>
            </a:r>
            <a:r>
              <a:rPr lang="ja-JP" altLang="en-US" sz="900" dirty="0">
                <a:solidFill>
                  <a:srgbClr val="FFFF00"/>
                </a:solidFill>
              </a:rPr>
              <a:t>に対してその </a:t>
            </a:r>
            <a:r>
              <a:rPr lang="en-US" altLang="ja-JP" sz="900" dirty="0">
                <a:solidFill>
                  <a:srgbClr val="FFFF00"/>
                </a:solidFill>
              </a:rPr>
              <a:t>agent </a:t>
            </a:r>
            <a:r>
              <a:rPr lang="ja-JP" altLang="en-US" sz="900" dirty="0">
                <a:solidFill>
                  <a:srgbClr val="FFFF00"/>
                </a:solidFill>
              </a:rPr>
              <a:t>を呼び出させる</a:t>
            </a:r>
            <a:endParaRPr kumimoji="1" lang="ja-JP" altLang="en-US" sz="900" dirty="0">
              <a:solidFill>
                <a:srgbClr val="FFFF0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24541D7-8D43-B785-C98B-52AA3721E953}"/>
              </a:ext>
            </a:extLst>
          </p:cNvPr>
          <p:cNvSpPr/>
          <p:nvPr/>
        </p:nvSpPr>
        <p:spPr>
          <a:xfrm>
            <a:off x="7159431" y="5170730"/>
            <a:ext cx="1218581" cy="492443"/>
          </a:xfrm>
          <a:prstGeom prst="roundRect">
            <a:avLst/>
          </a:prstGeom>
          <a:solidFill>
            <a:schemeClr val="bg1">
              <a:lumMod val="10000"/>
              <a:lumOff val="90000"/>
            </a:schemeClr>
          </a:solidFill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</a:rPr>
              <a:t>CC agent</a:t>
            </a:r>
            <a:endParaRPr kumimoji="1" lang="ja-JP" altLang="en-US" sz="1400" dirty="0" err="1">
              <a:solidFill>
                <a:schemeClr val="bg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582522C-BDAE-C4DB-0CFD-074EC5DDFE00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 flipH="1">
            <a:off x="7768722" y="2420562"/>
            <a:ext cx="10246" cy="275016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FF02A82-F2BB-D982-A5D0-34EBAB1395C0}"/>
              </a:ext>
            </a:extLst>
          </p:cNvPr>
          <p:cNvSpPr/>
          <p:nvPr/>
        </p:nvSpPr>
        <p:spPr>
          <a:xfrm>
            <a:off x="8782061" y="5170730"/>
            <a:ext cx="1218581" cy="492443"/>
          </a:xfrm>
          <a:prstGeom prst="roundRect">
            <a:avLst/>
          </a:prstGeom>
          <a:solidFill>
            <a:schemeClr val="bg1">
              <a:lumMod val="10000"/>
              <a:lumOff val="90000"/>
            </a:schemeClr>
          </a:solidFill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</a:rPr>
              <a:t>CC agent</a:t>
            </a:r>
            <a:endParaRPr kumimoji="1" lang="ja-JP" altLang="en-US" sz="1400" dirty="0" err="1">
              <a:solidFill>
                <a:schemeClr val="bg1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92A8805-79C6-FEAC-A297-2F73DDA72E01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>
            <a:off x="7778968" y="2420562"/>
            <a:ext cx="1612384" cy="275016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peech Bubble: Rectangle with Corners Rounded 34">
            <a:extLst>
              <a:ext uri="{FF2B5EF4-FFF2-40B4-BE49-F238E27FC236}">
                <a16:creationId xmlns:a16="http://schemas.microsoft.com/office/drawing/2014/main" id="{89174B5A-1E1A-5094-A358-0C4545BD90DD}"/>
              </a:ext>
            </a:extLst>
          </p:cNvPr>
          <p:cNvSpPr/>
          <p:nvPr/>
        </p:nvSpPr>
        <p:spPr>
          <a:xfrm>
            <a:off x="8260452" y="6023860"/>
            <a:ext cx="2110769" cy="453938"/>
          </a:xfrm>
          <a:prstGeom prst="wedgeRoundRectCallout">
            <a:avLst>
              <a:gd name="adj1" fmla="val -56603"/>
              <a:gd name="adj2" fmla="val -146081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altLang="ja-JP" sz="900" dirty="0">
                <a:solidFill>
                  <a:srgbClr val="FFFF00"/>
                </a:solidFill>
              </a:rPr>
              <a:t>CUCM</a:t>
            </a:r>
            <a:r>
              <a:rPr kumimoji="1" lang="en-US" altLang="ja-JP" sz="900" dirty="0">
                <a:solidFill>
                  <a:srgbClr val="FFFF00"/>
                </a:solidFill>
              </a:rPr>
              <a:t> </a:t>
            </a:r>
            <a:r>
              <a:rPr kumimoji="1" lang="ja-JP" altLang="en-US" sz="900" dirty="0">
                <a:solidFill>
                  <a:srgbClr val="FFFF00"/>
                </a:solidFill>
              </a:rPr>
              <a:t>に登録されて、</a:t>
            </a:r>
            <a:r>
              <a:rPr lang="en-US" altLang="ja-JP" sz="900" dirty="0">
                <a:solidFill>
                  <a:srgbClr val="FFFF00"/>
                </a:solidFill>
              </a:rPr>
              <a:t>UCCX</a:t>
            </a:r>
            <a:r>
              <a:rPr kumimoji="1" lang="en-US" altLang="ja-JP" sz="900" dirty="0">
                <a:solidFill>
                  <a:srgbClr val="FFFF00"/>
                </a:solidFill>
              </a:rPr>
              <a:t> </a:t>
            </a:r>
            <a:r>
              <a:rPr kumimoji="1" lang="ja-JP" altLang="en-US" sz="900" dirty="0">
                <a:solidFill>
                  <a:srgbClr val="FFFF00"/>
                </a:solidFill>
              </a:rPr>
              <a:t>が定めたルールによって着信を受ける</a:t>
            </a:r>
          </a:p>
        </p:txBody>
      </p:sp>
    </p:spTree>
    <p:extLst>
      <p:ext uri="{BB962C8B-B14F-4D97-AF65-F5344CB8AC3E}">
        <p14:creationId xmlns:p14="http://schemas.microsoft.com/office/powerpoint/2010/main" val="27356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AEA03-E5F8-017B-D0BD-4136197AB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CC179-C069-0385-FBCB-1560B0AF4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943203"/>
            <a:ext cx="4858135" cy="542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89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5AC7-D774-667F-0960-A5EC51735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908D1-009F-A764-8D8B-625ACA34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Lab diagram</a:t>
            </a:r>
            <a:r>
              <a:rPr lang="ja-JP" altLang="en-US" dirty="0"/>
              <a:t> </a:t>
            </a:r>
            <a:r>
              <a:rPr lang="en-US" altLang="ja-JP" dirty="0"/>
              <a:t>On-premise</a:t>
            </a:r>
            <a:endParaRPr kumimoji="1" lang="ja-JP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A3D225-D27C-1875-8F6C-DFEA0C70AA03}"/>
              </a:ext>
            </a:extLst>
          </p:cNvPr>
          <p:cNvSpPr/>
          <p:nvPr/>
        </p:nvSpPr>
        <p:spPr>
          <a:xfrm>
            <a:off x="6407321" y="431515"/>
            <a:ext cx="5256403" cy="3514492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kumimoji="1" lang="en-US" altLang="ja-JP" sz="1100" dirty="0">
                <a:solidFill>
                  <a:schemeClr val="bg1"/>
                </a:solidFill>
              </a:rPr>
              <a:t>UCCX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643FF3-B1BE-71AA-3ADA-0779D9BD6FC7}"/>
              </a:ext>
            </a:extLst>
          </p:cNvPr>
          <p:cNvSpPr/>
          <p:nvPr/>
        </p:nvSpPr>
        <p:spPr>
          <a:xfrm>
            <a:off x="1739802" y="1606868"/>
            <a:ext cx="3775146" cy="2025615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kumimoji="1" lang="en-US" altLang="ja-JP" sz="1100" dirty="0">
                <a:solidFill>
                  <a:schemeClr val="bg1"/>
                </a:solidFill>
              </a:rPr>
              <a:t>CUCM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41F8A9A-3996-70B7-E93B-A476EB2B8E24}"/>
              </a:ext>
            </a:extLst>
          </p:cNvPr>
          <p:cNvCxnSpPr>
            <a:cxnSpLocks/>
            <a:stCxn id="45" idx="3"/>
            <a:endCxn id="71" idx="1"/>
          </p:cNvCxnSpPr>
          <p:nvPr/>
        </p:nvCxnSpPr>
        <p:spPr>
          <a:xfrm flipV="1">
            <a:off x="3071973" y="1994861"/>
            <a:ext cx="3943033" cy="348156"/>
          </a:xfrm>
          <a:prstGeom prst="line">
            <a:avLst/>
          </a:prstGeom>
          <a:ln w="19050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FF18608-4578-FC54-BCC4-D2CAA2609FC4}"/>
              </a:ext>
            </a:extLst>
          </p:cNvPr>
          <p:cNvGrpSpPr>
            <a:grpSpLocks noChangeAspect="1"/>
          </p:cNvGrpSpPr>
          <p:nvPr/>
        </p:nvGrpSpPr>
        <p:grpSpPr>
          <a:xfrm>
            <a:off x="185738" y="1114425"/>
            <a:ext cx="661691" cy="492443"/>
            <a:chOff x="185738" y="1114425"/>
            <a:chExt cx="855850" cy="636940"/>
          </a:xfrm>
        </p:grpSpPr>
        <p:pic>
          <p:nvPicPr>
            <p:cNvPr id="24" name="Graphic 23" descr="Female Profile outline">
              <a:extLst>
                <a:ext uri="{FF2B5EF4-FFF2-40B4-BE49-F238E27FC236}">
                  <a16:creationId xmlns:a16="http://schemas.microsoft.com/office/drawing/2014/main" id="{12349CDC-D375-70F4-3DDE-61A4A2146C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2244" y="1114425"/>
              <a:ext cx="542838" cy="54283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C67F00-F87F-3C9A-9DEC-A583D316D0C9}"/>
                </a:ext>
              </a:extLst>
            </p:cNvPr>
            <p:cNvSpPr txBox="1"/>
            <p:nvPr/>
          </p:nvSpPr>
          <p:spPr>
            <a:xfrm>
              <a:off x="185738" y="1597477"/>
              <a:ext cx="855850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kumimoji="1" lang="en-US" altLang="ja-JP" sz="10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customer</a:t>
              </a:r>
              <a:endParaRPr kumimoji="1" lang="ja-JP" altLang="en-US" sz="10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108AD1-701B-5D3A-5E10-A009E7A47948}"/>
              </a:ext>
            </a:extLst>
          </p:cNvPr>
          <p:cNvGrpSpPr>
            <a:grpSpLocks noChangeAspect="1"/>
          </p:cNvGrpSpPr>
          <p:nvPr/>
        </p:nvGrpSpPr>
        <p:grpSpPr>
          <a:xfrm>
            <a:off x="2379454" y="4428052"/>
            <a:ext cx="661691" cy="509899"/>
            <a:chOff x="185738" y="1114425"/>
            <a:chExt cx="855850" cy="659518"/>
          </a:xfrm>
        </p:grpSpPr>
        <p:pic>
          <p:nvPicPr>
            <p:cNvPr id="29" name="Graphic 28" descr="Female Profile outline">
              <a:extLst>
                <a:ext uri="{FF2B5EF4-FFF2-40B4-BE49-F238E27FC236}">
                  <a16:creationId xmlns:a16="http://schemas.microsoft.com/office/drawing/2014/main" id="{5374FA00-52B0-068B-924D-04A2F6FAB6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2244" y="1114425"/>
              <a:ext cx="542838" cy="54283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32E6443-3243-41B8-6934-B0D9687D4FD6}"/>
                </a:ext>
              </a:extLst>
            </p:cNvPr>
            <p:cNvSpPr txBox="1"/>
            <p:nvPr/>
          </p:nvSpPr>
          <p:spPr>
            <a:xfrm>
              <a:off x="185738" y="1574900"/>
              <a:ext cx="855850" cy="1990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kumimoji="1" lang="en-US" altLang="ja-JP" sz="10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CC agent</a:t>
              </a:r>
              <a:endParaRPr kumimoji="1" lang="ja-JP" altLang="en-US" sz="10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943D010-1EDA-D3DC-3EAC-2323D120ED7C}"/>
              </a:ext>
            </a:extLst>
          </p:cNvPr>
          <p:cNvCxnSpPr>
            <a:cxnSpLocks/>
            <a:stCxn id="26" idx="2"/>
            <a:endCxn id="45" idx="1"/>
          </p:cNvCxnSpPr>
          <p:nvPr/>
        </p:nvCxnSpPr>
        <p:spPr>
          <a:xfrm>
            <a:off x="516584" y="1606868"/>
            <a:ext cx="1549789" cy="736149"/>
          </a:xfrm>
          <a:prstGeom prst="line">
            <a:avLst/>
          </a:prstGeom>
          <a:ln w="19050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peech Bubble: Rectangle with Corners Rounded 37">
            <a:extLst>
              <a:ext uri="{FF2B5EF4-FFF2-40B4-BE49-F238E27FC236}">
                <a16:creationId xmlns:a16="http://schemas.microsoft.com/office/drawing/2014/main" id="{FA947D36-FD40-5031-B300-4AC437EF0BE9}"/>
              </a:ext>
            </a:extLst>
          </p:cNvPr>
          <p:cNvSpPr/>
          <p:nvPr/>
        </p:nvSpPr>
        <p:spPr>
          <a:xfrm>
            <a:off x="1200525" y="854614"/>
            <a:ext cx="1616437" cy="519621"/>
          </a:xfrm>
          <a:prstGeom prst="wedgeRoundRectCallout">
            <a:avLst>
              <a:gd name="adj1" fmla="val -55471"/>
              <a:gd name="adj2" fmla="val 132984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ja-JP" altLang="en-US" sz="900" dirty="0">
                <a:solidFill>
                  <a:srgbClr val="FFFF00"/>
                </a:solidFill>
              </a:rPr>
              <a:t>①外線着信で </a:t>
            </a:r>
            <a:r>
              <a:rPr lang="en-US" altLang="ja-JP" sz="900" dirty="0">
                <a:solidFill>
                  <a:srgbClr val="FFFF00"/>
                </a:solidFill>
              </a:rPr>
              <a:t>LGW </a:t>
            </a:r>
            <a:r>
              <a:rPr lang="ja-JP" altLang="en-US" sz="900" dirty="0">
                <a:solidFill>
                  <a:srgbClr val="FFFF00"/>
                </a:solidFill>
              </a:rPr>
              <a:t>からコールが入ってくる</a:t>
            </a:r>
            <a:endParaRPr lang="en-US" altLang="ja-JP" sz="900" dirty="0">
              <a:solidFill>
                <a:srgbClr val="FFFF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53568C-59CB-DBE2-0045-95C81EDE2995}"/>
              </a:ext>
            </a:extLst>
          </p:cNvPr>
          <p:cNvSpPr/>
          <p:nvPr/>
        </p:nvSpPr>
        <p:spPr>
          <a:xfrm>
            <a:off x="8221222" y="3349344"/>
            <a:ext cx="1452566" cy="390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lang="en-US" altLang="ja-JP" sz="1100" dirty="0">
                <a:solidFill>
                  <a:schemeClr val="bg1"/>
                </a:solidFill>
              </a:rPr>
              <a:t>FINESSE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1D9628F-3150-ABFB-774B-6ACE88A63255}"/>
              </a:ext>
            </a:extLst>
          </p:cNvPr>
          <p:cNvSpPr/>
          <p:nvPr/>
        </p:nvSpPr>
        <p:spPr>
          <a:xfrm>
            <a:off x="6826288" y="1275012"/>
            <a:ext cx="4242433" cy="1714108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lang="en-US" altLang="ja-JP" sz="1100" dirty="0">
                <a:solidFill>
                  <a:schemeClr val="bg1"/>
                </a:solidFill>
              </a:rPr>
              <a:t>UCCX Engine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FDFFF92-63AD-AC37-165C-A7B595D72280}"/>
              </a:ext>
            </a:extLst>
          </p:cNvPr>
          <p:cNvSpPr/>
          <p:nvPr/>
        </p:nvSpPr>
        <p:spPr>
          <a:xfrm>
            <a:off x="2066373" y="2086672"/>
            <a:ext cx="1005600" cy="512689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lang="en-US" altLang="ja-JP" sz="1100" dirty="0">
                <a:solidFill>
                  <a:schemeClr val="bg1"/>
                </a:solidFill>
              </a:rPr>
              <a:t>RoutePoint:8991901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5F6F477-6BEA-4204-4F0C-9FF78F3710E1}"/>
              </a:ext>
            </a:extLst>
          </p:cNvPr>
          <p:cNvCxnSpPr>
            <a:cxnSpLocks/>
            <a:stCxn id="89" idx="2"/>
            <a:endCxn id="29" idx="0"/>
          </p:cNvCxnSpPr>
          <p:nvPr/>
        </p:nvCxnSpPr>
        <p:spPr>
          <a:xfrm flipH="1">
            <a:off x="2710300" y="3504311"/>
            <a:ext cx="190240" cy="923741"/>
          </a:xfrm>
          <a:prstGeom prst="line">
            <a:avLst/>
          </a:prstGeom>
          <a:ln w="19050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9596926C-418A-FCDC-6082-67DFAC93D95D}"/>
              </a:ext>
            </a:extLst>
          </p:cNvPr>
          <p:cNvSpPr/>
          <p:nvPr/>
        </p:nvSpPr>
        <p:spPr>
          <a:xfrm>
            <a:off x="6629323" y="4303024"/>
            <a:ext cx="2169460" cy="1992937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kumimoji="1" lang="en-US" altLang="ja-JP" sz="1100" dirty="0">
                <a:solidFill>
                  <a:schemeClr val="bg1"/>
                </a:solidFill>
              </a:rPr>
              <a:t>Web App </a:t>
            </a:r>
            <a:r>
              <a:rPr lang="en-US" altLang="ja-JP" sz="1100" dirty="0">
                <a:solidFill>
                  <a:schemeClr val="bg1"/>
                </a:solidFill>
              </a:rPr>
              <a:t>S</a:t>
            </a:r>
            <a:r>
              <a:rPr kumimoji="1" lang="en-US" altLang="ja-JP" sz="1100" dirty="0">
                <a:solidFill>
                  <a:schemeClr val="bg1"/>
                </a:solidFill>
              </a:rPr>
              <a:t>erver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911557C-7571-A561-965D-464C56CA6C99}"/>
              </a:ext>
            </a:extLst>
          </p:cNvPr>
          <p:cNvSpPr/>
          <p:nvPr/>
        </p:nvSpPr>
        <p:spPr>
          <a:xfrm>
            <a:off x="6796664" y="4787118"/>
            <a:ext cx="1838637" cy="1369485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lang="en-US" altLang="ja-JP" sz="1100" dirty="0">
                <a:solidFill>
                  <a:schemeClr val="bg1"/>
                </a:solidFill>
              </a:rPr>
              <a:t>Apache Tomcat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837717A-4D12-92B6-A19D-9EA8BBC9CB9C}"/>
              </a:ext>
            </a:extLst>
          </p:cNvPr>
          <p:cNvSpPr/>
          <p:nvPr/>
        </p:nvSpPr>
        <p:spPr>
          <a:xfrm>
            <a:off x="8899261" y="4303024"/>
            <a:ext cx="2169460" cy="1992937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kumimoji="1" lang="en-US" altLang="ja-JP" sz="1100" dirty="0">
                <a:solidFill>
                  <a:schemeClr val="bg1"/>
                </a:solidFill>
              </a:rPr>
              <a:t>DB </a:t>
            </a:r>
            <a:r>
              <a:rPr lang="en-US" altLang="ja-JP" sz="1100" dirty="0">
                <a:solidFill>
                  <a:schemeClr val="bg1"/>
                </a:solidFill>
              </a:rPr>
              <a:t>S</a:t>
            </a:r>
            <a:r>
              <a:rPr kumimoji="1" lang="en-US" altLang="ja-JP" sz="1100" dirty="0">
                <a:solidFill>
                  <a:schemeClr val="bg1"/>
                </a:solidFill>
              </a:rPr>
              <a:t>erver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E6053AE-D304-E714-37FA-B18C2BF84A1D}"/>
              </a:ext>
            </a:extLst>
          </p:cNvPr>
          <p:cNvSpPr/>
          <p:nvPr/>
        </p:nvSpPr>
        <p:spPr>
          <a:xfrm>
            <a:off x="9066603" y="4787119"/>
            <a:ext cx="1814606" cy="429964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kumimoji="1" lang="en-US" altLang="ja-JP" sz="1100" dirty="0">
                <a:solidFill>
                  <a:schemeClr val="bg1"/>
                </a:solidFill>
              </a:rPr>
              <a:t>MS SQL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543EEC3-E2A3-A013-1AA9-C25DC868C15B}"/>
              </a:ext>
            </a:extLst>
          </p:cNvPr>
          <p:cNvSpPr/>
          <p:nvPr/>
        </p:nvSpPr>
        <p:spPr>
          <a:xfrm>
            <a:off x="6870934" y="5106888"/>
            <a:ext cx="1617570" cy="429964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lang="en-US" altLang="ja-JP" sz="1100" dirty="0">
                <a:solidFill>
                  <a:schemeClr val="bg1"/>
                </a:solidFill>
              </a:rPr>
              <a:t>Queue Statistics Collector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1CE65A1-5FBC-AFDD-67EF-DC50194C8438}"/>
              </a:ext>
            </a:extLst>
          </p:cNvPr>
          <p:cNvSpPr/>
          <p:nvPr/>
        </p:nvSpPr>
        <p:spPr>
          <a:xfrm>
            <a:off x="6870934" y="5632093"/>
            <a:ext cx="1617570" cy="4299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kumimoji="1" lang="en-US" altLang="ja-JP" sz="1100" dirty="0">
                <a:solidFill>
                  <a:schemeClr val="bg1"/>
                </a:solidFill>
              </a:rPr>
              <a:t>CRM server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7CEBAC1-6692-7431-D980-20302AA670C3}"/>
              </a:ext>
            </a:extLst>
          </p:cNvPr>
          <p:cNvGrpSpPr/>
          <p:nvPr/>
        </p:nvGrpSpPr>
        <p:grpSpPr>
          <a:xfrm>
            <a:off x="3250990" y="4365287"/>
            <a:ext cx="661691" cy="593748"/>
            <a:chOff x="4140190" y="5560307"/>
            <a:chExt cx="661691" cy="593748"/>
          </a:xfrm>
        </p:grpSpPr>
        <p:pic>
          <p:nvPicPr>
            <p:cNvPr id="61" name="Graphic 60" descr="Laptop with solid fill">
              <a:extLst>
                <a:ext uri="{FF2B5EF4-FFF2-40B4-BE49-F238E27FC236}">
                  <a16:creationId xmlns:a16="http://schemas.microsoft.com/office/drawing/2014/main" id="{B5165D3F-050B-7B6E-1875-A6952369F8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97287" y="5560307"/>
              <a:ext cx="547497" cy="547497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31E08B8-AC2F-2D74-E7F6-D41F135E2267}"/>
                </a:ext>
              </a:extLst>
            </p:cNvPr>
            <p:cNvSpPr txBox="1"/>
            <p:nvPr/>
          </p:nvSpPr>
          <p:spPr>
            <a:xfrm>
              <a:off x="4140190" y="6000167"/>
              <a:ext cx="661691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kumimoji="1" lang="en-US" altLang="ja-JP" sz="10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CTI client</a:t>
              </a:r>
              <a:endParaRPr kumimoji="1" lang="ja-JP" altLang="en-US" sz="10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</p:grpSp>
      <p:sp>
        <p:nvSpPr>
          <p:cNvPr id="70" name="Speech Bubble: Rectangle with Corners Rounded 69">
            <a:extLst>
              <a:ext uri="{FF2B5EF4-FFF2-40B4-BE49-F238E27FC236}">
                <a16:creationId xmlns:a16="http://schemas.microsoft.com/office/drawing/2014/main" id="{A5095660-77BA-5538-C2DE-B61AC09C25A7}"/>
              </a:ext>
            </a:extLst>
          </p:cNvPr>
          <p:cNvSpPr/>
          <p:nvPr/>
        </p:nvSpPr>
        <p:spPr>
          <a:xfrm>
            <a:off x="4884921" y="804648"/>
            <a:ext cx="2516997" cy="519621"/>
          </a:xfrm>
          <a:prstGeom prst="wedgeRoundRectCallout">
            <a:avLst>
              <a:gd name="adj1" fmla="val -66660"/>
              <a:gd name="adj2" fmla="val 221938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ja-JP" altLang="en-US" sz="900" dirty="0">
                <a:solidFill>
                  <a:srgbClr val="FFFF00"/>
                </a:solidFill>
              </a:rPr>
              <a:t>②特定の番号であれば</a:t>
            </a:r>
            <a:r>
              <a:rPr lang="en-US" altLang="ja-JP" sz="900" dirty="0">
                <a:solidFill>
                  <a:srgbClr val="FFFF00"/>
                </a:solidFill>
              </a:rPr>
              <a:t>UCCX </a:t>
            </a:r>
            <a:r>
              <a:rPr lang="ja-JP" altLang="en-US" sz="900" dirty="0">
                <a:solidFill>
                  <a:srgbClr val="FFFF00"/>
                </a:solidFill>
              </a:rPr>
              <a:t>にコールが流れるようになっている</a:t>
            </a:r>
            <a:endParaRPr lang="en-US" altLang="ja-JP" sz="900" dirty="0">
              <a:solidFill>
                <a:srgbClr val="FFFF00"/>
              </a:solidFill>
            </a:endParaRPr>
          </a:p>
          <a:p>
            <a:pPr algn="ctr"/>
            <a:r>
              <a:rPr lang="ja-JP" altLang="en-US" sz="900" dirty="0">
                <a:solidFill>
                  <a:srgbClr val="FFFF00"/>
                </a:solidFill>
              </a:rPr>
              <a:t>⇒</a:t>
            </a:r>
            <a:r>
              <a:rPr lang="en-US" altLang="ja-JP" sz="900" dirty="0">
                <a:solidFill>
                  <a:srgbClr val="FFFF00"/>
                </a:solidFill>
              </a:rPr>
              <a:t>JTAPI </a:t>
            </a:r>
            <a:r>
              <a:rPr lang="ja-JP" altLang="en-US" sz="900" dirty="0">
                <a:solidFill>
                  <a:srgbClr val="FFFF00"/>
                </a:solidFill>
              </a:rPr>
              <a:t>が使われる</a:t>
            </a:r>
            <a:endParaRPr lang="en-US" altLang="ja-JP" sz="900" dirty="0">
              <a:solidFill>
                <a:srgbClr val="FFFF00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73EACC1-1850-0719-D00E-DB36A4ED337C}"/>
              </a:ext>
            </a:extLst>
          </p:cNvPr>
          <p:cNvSpPr/>
          <p:nvPr/>
        </p:nvSpPr>
        <p:spPr>
          <a:xfrm>
            <a:off x="7015006" y="1719312"/>
            <a:ext cx="2362693" cy="551098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lang="en-US" altLang="ja-JP" sz="1100" dirty="0">
                <a:solidFill>
                  <a:schemeClr val="bg1"/>
                </a:solidFill>
              </a:rPr>
              <a:t>Trigger </a:t>
            </a:r>
            <a:r>
              <a:rPr lang="ja-JP" altLang="en-US" sz="1100" dirty="0">
                <a:solidFill>
                  <a:schemeClr val="bg1"/>
                </a:solidFill>
              </a:rPr>
              <a:t>が</a:t>
            </a:r>
            <a:r>
              <a:rPr lang="en-US" altLang="ja-JP" sz="1100" dirty="0">
                <a:solidFill>
                  <a:schemeClr val="bg1"/>
                </a:solidFill>
              </a:rPr>
              <a:t>route point: 8991901 </a:t>
            </a:r>
            <a:r>
              <a:rPr lang="ja-JP" altLang="en-US" sz="1100" dirty="0">
                <a:solidFill>
                  <a:schemeClr val="bg1"/>
                </a:solidFill>
              </a:rPr>
              <a:t>で</a:t>
            </a:r>
            <a:r>
              <a:rPr lang="en-US" altLang="ja-JP" sz="1100" dirty="0">
                <a:solidFill>
                  <a:schemeClr val="bg1"/>
                </a:solidFill>
              </a:rPr>
              <a:t>Main IVR</a:t>
            </a:r>
            <a:r>
              <a:rPr lang="ja-JP" altLang="en-US" sz="1100" dirty="0">
                <a:solidFill>
                  <a:schemeClr val="bg1"/>
                </a:solidFill>
              </a:rPr>
              <a:t>が流れる</a:t>
            </a:r>
            <a:endParaRPr kumimoji="1" lang="ja-JP" altLang="en-US" sz="1100" dirty="0">
              <a:solidFill>
                <a:schemeClr val="bg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44AA3B7-640C-06B7-64B7-BC3B54E0EEE7}"/>
              </a:ext>
            </a:extLst>
          </p:cNvPr>
          <p:cNvSpPr/>
          <p:nvPr/>
        </p:nvSpPr>
        <p:spPr>
          <a:xfrm>
            <a:off x="7470070" y="2497445"/>
            <a:ext cx="1452566" cy="390912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lang="en-US" altLang="ja-JP" sz="1100" dirty="0">
                <a:solidFill>
                  <a:schemeClr val="bg1"/>
                </a:solidFill>
              </a:rPr>
              <a:t>CCG 2100~2119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66BF793-BC38-D1D7-D6B1-6501C1A7B39A}"/>
              </a:ext>
            </a:extLst>
          </p:cNvPr>
          <p:cNvCxnSpPr>
            <a:cxnSpLocks/>
            <a:stCxn id="71" idx="2"/>
            <a:endCxn id="77" idx="0"/>
          </p:cNvCxnSpPr>
          <p:nvPr/>
        </p:nvCxnSpPr>
        <p:spPr>
          <a:xfrm>
            <a:off x="8196353" y="2270410"/>
            <a:ext cx="0" cy="227035"/>
          </a:xfrm>
          <a:prstGeom prst="line">
            <a:avLst/>
          </a:prstGeom>
          <a:ln w="19050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9BC3B9B-284E-D54C-8BAB-F21D6E2BDCEA}"/>
              </a:ext>
            </a:extLst>
          </p:cNvPr>
          <p:cNvCxnSpPr>
            <a:cxnSpLocks/>
            <a:stCxn id="77" idx="1"/>
            <a:endCxn id="89" idx="3"/>
          </p:cNvCxnSpPr>
          <p:nvPr/>
        </p:nvCxnSpPr>
        <p:spPr>
          <a:xfrm flipH="1">
            <a:off x="3661899" y="2692901"/>
            <a:ext cx="3808171" cy="555066"/>
          </a:xfrm>
          <a:prstGeom prst="line">
            <a:avLst/>
          </a:prstGeom>
          <a:ln w="19050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959C3188-AAD1-3088-D742-E0ADE3328146}"/>
              </a:ext>
            </a:extLst>
          </p:cNvPr>
          <p:cNvSpPr/>
          <p:nvPr/>
        </p:nvSpPr>
        <p:spPr>
          <a:xfrm>
            <a:off x="2139181" y="2991622"/>
            <a:ext cx="1522718" cy="512689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lang="en-US" altLang="ja-JP" sz="1100" dirty="0">
                <a:solidFill>
                  <a:schemeClr val="bg1"/>
                </a:solidFill>
              </a:rPr>
              <a:t>CC agent </a:t>
            </a:r>
            <a:r>
              <a:rPr lang="ja-JP" altLang="en-US" sz="1100" dirty="0">
                <a:solidFill>
                  <a:schemeClr val="bg1"/>
                </a:solidFill>
              </a:rPr>
              <a:t>デバイス </a:t>
            </a:r>
            <a:r>
              <a:rPr lang="en-US" altLang="ja-JP" sz="1100" dirty="0">
                <a:solidFill>
                  <a:schemeClr val="bg1"/>
                </a:solidFill>
              </a:rPr>
              <a:t>2001</a:t>
            </a:r>
            <a:r>
              <a:rPr lang="ja-JP" altLang="en-US" sz="1100" dirty="0">
                <a:solidFill>
                  <a:schemeClr val="bg1"/>
                </a:solidFill>
              </a:rPr>
              <a:t>（内線）</a:t>
            </a:r>
            <a:endParaRPr kumimoji="1" lang="ja-JP" altLang="en-US" sz="1100" dirty="0">
              <a:solidFill>
                <a:schemeClr val="bg1"/>
              </a:solidFill>
            </a:endParaRPr>
          </a:p>
        </p:txBody>
      </p:sp>
      <p:sp>
        <p:nvSpPr>
          <p:cNvPr id="96" name="Speech Bubble: Rectangle with Corners Rounded 95">
            <a:extLst>
              <a:ext uri="{FF2B5EF4-FFF2-40B4-BE49-F238E27FC236}">
                <a16:creationId xmlns:a16="http://schemas.microsoft.com/office/drawing/2014/main" id="{8576473C-82D9-D9B3-3266-9101BC29A779}"/>
              </a:ext>
            </a:extLst>
          </p:cNvPr>
          <p:cNvSpPr/>
          <p:nvPr/>
        </p:nvSpPr>
        <p:spPr>
          <a:xfrm>
            <a:off x="9555384" y="1928950"/>
            <a:ext cx="2516997" cy="519621"/>
          </a:xfrm>
          <a:prstGeom prst="wedgeRoundRectCallout">
            <a:avLst>
              <a:gd name="adj1" fmla="val -79926"/>
              <a:gd name="adj2" fmla="val 86496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ja-JP" altLang="en-US" sz="900" dirty="0">
                <a:solidFill>
                  <a:srgbClr val="FFFF00"/>
                </a:solidFill>
              </a:rPr>
              <a:t>実際にはインバウンドとアウトダイヤル用で</a:t>
            </a:r>
            <a:r>
              <a:rPr lang="en-US" altLang="ja-JP" sz="900" dirty="0">
                <a:solidFill>
                  <a:srgbClr val="FFFF00"/>
                </a:solidFill>
              </a:rPr>
              <a:t>CCG(Call Control Group)</a:t>
            </a:r>
            <a:r>
              <a:rPr lang="ja-JP" altLang="en-US" sz="900" dirty="0">
                <a:solidFill>
                  <a:srgbClr val="FFFF00"/>
                </a:solidFill>
              </a:rPr>
              <a:t>は使い分ける</a:t>
            </a:r>
            <a:endParaRPr lang="en-US" altLang="ja-JP" sz="900" dirty="0">
              <a:solidFill>
                <a:srgbClr val="FFFF00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56734CE-6032-CC3C-2934-29F3BD432E06}"/>
              </a:ext>
            </a:extLst>
          </p:cNvPr>
          <p:cNvSpPr/>
          <p:nvPr/>
        </p:nvSpPr>
        <p:spPr>
          <a:xfrm>
            <a:off x="3993707" y="2909008"/>
            <a:ext cx="1452566" cy="487598"/>
          </a:xfrm>
          <a:prstGeom prst="rect">
            <a:avLst/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lang="en-US" altLang="ja-JP" sz="1100" dirty="0">
                <a:solidFill>
                  <a:schemeClr val="bg1"/>
                </a:solidFill>
              </a:rPr>
              <a:t>CCG 8991901~ 8991910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101" name="Speech Bubble: Rectangle with Corners Rounded 100">
            <a:extLst>
              <a:ext uri="{FF2B5EF4-FFF2-40B4-BE49-F238E27FC236}">
                <a16:creationId xmlns:a16="http://schemas.microsoft.com/office/drawing/2014/main" id="{06A5987A-37F4-4AA3-AA80-E0F2CDFD8CAD}"/>
              </a:ext>
            </a:extLst>
          </p:cNvPr>
          <p:cNvSpPr/>
          <p:nvPr/>
        </p:nvSpPr>
        <p:spPr>
          <a:xfrm>
            <a:off x="9540826" y="537808"/>
            <a:ext cx="2516997" cy="519621"/>
          </a:xfrm>
          <a:prstGeom prst="wedgeRoundRectCallout">
            <a:avLst>
              <a:gd name="adj1" fmla="val -61354"/>
              <a:gd name="adj2" fmla="val 243687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ja-JP" altLang="en-US" sz="900" dirty="0">
                <a:solidFill>
                  <a:srgbClr val="FFFF00"/>
                </a:solidFill>
              </a:rPr>
              <a:t>顧客の要件に応じてどの </a:t>
            </a:r>
            <a:r>
              <a:rPr lang="en-US" altLang="ja-JP" sz="900" dirty="0">
                <a:solidFill>
                  <a:srgbClr val="FFFF00"/>
                </a:solidFill>
              </a:rPr>
              <a:t>CC agent </a:t>
            </a:r>
            <a:r>
              <a:rPr lang="ja-JP" altLang="en-US" sz="900" dirty="0">
                <a:solidFill>
                  <a:srgbClr val="FFFF00"/>
                </a:solidFill>
              </a:rPr>
              <a:t>に割り当てるかスクリプトを基に決める</a:t>
            </a:r>
            <a:endParaRPr lang="en-US" altLang="ja-JP" sz="900" dirty="0">
              <a:solidFill>
                <a:srgbClr val="FFFF00"/>
              </a:solidFill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5B422D1-5552-D7EF-D0B2-4D203C724E26}"/>
              </a:ext>
            </a:extLst>
          </p:cNvPr>
          <p:cNvCxnSpPr>
            <a:cxnSpLocks/>
          </p:cNvCxnSpPr>
          <p:nvPr/>
        </p:nvCxnSpPr>
        <p:spPr>
          <a:xfrm flipV="1">
            <a:off x="4000796" y="3407127"/>
            <a:ext cx="4195556" cy="1150701"/>
          </a:xfrm>
          <a:prstGeom prst="line">
            <a:avLst/>
          </a:prstGeom>
          <a:ln w="19050">
            <a:solidFill>
              <a:schemeClr val="bg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Speech Bubble: Rectangle with Corners Rounded 104">
            <a:extLst>
              <a:ext uri="{FF2B5EF4-FFF2-40B4-BE49-F238E27FC236}">
                <a16:creationId xmlns:a16="http://schemas.microsoft.com/office/drawing/2014/main" id="{E65490BB-7577-132F-C320-686C5FC974F1}"/>
              </a:ext>
            </a:extLst>
          </p:cNvPr>
          <p:cNvSpPr/>
          <p:nvPr/>
        </p:nvSpPr>
        <p:spPr>
          <a:xfrm>
            <a:off x="1991790" y="5399468"/>
            <a:ext cx="2516997" cy="519621"/>
          </a:xfrm>
          <a:prstGeom prst="wedgeRoundRectCallout">
            <a:avLst>
              <a:gd name="adj1" fmla="val 65608"/>
              <a:gd name="adj2" fmla="val -216116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ja-JP" altLang="en-US" sz="900" dirty="0">
                <a:solidFill>
                  <a:srgbClr val="FFFF00"/>
                </a:solidFill>
              </a:rPr>
              <a:t>デスクトップアプリケーションとして </a:t>
            </a:r>
            <a:r>
              <a:rPr lang="en-US" altLang="ja-JP" sz="900" dirty="0">
                <a:solidFill>
                  <a:srgbClr val="FFFF00"/>
                </a:solidFill>
              </a:rPr>
              <a:t>CC agent </a:t>
            </a:r>
            <a:r>
              <a:rPr lang="ja-JP" altLang="en-US" sz="900" dirty="0">
                <a:solidFill>
                  <a:srgbClr val="FFFF00"/>
                </a:solidFill>
              </a:rPr>
              <a:t>はコンタクトセンター業務を行う</a:t>
            </a:r>
            <a:endParaRPr lang="en-US" altLang="ja-JP" sz="900" dirty="0">
              <a:solidFill>
                <a:srgbClr val="FFFF00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848FA20-EF34-61FD-55E1-B0A37A4F2F34}"/>
              </a:ext>
            </a:extLst>
          </p:cNvPr>
          <p:cNvSpPr txBox="1"/>
          <p:nvPr/>
        </p:nvSpPr>
        <p:spPr>
          <a:xfrm>
            <a:off x="5601273" y="1901145"/>
            <a:ext cx="800935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 dirty="0">
                <a:solidFill>
                  <a:schemeClr val="accent3"/>
                </a:solidFill>
                <a:latin typeface="+mn-lt"/>
                <a:ea typeface="ＭＳ Ｐゴシック" charset="0"/>
              </a:rPr>
              <a:t>JTAPI</a:t>
            </a:r>
            <a:endParaRPr kumimoji="1" lang="ja-JP" altLang="en-US" sz="1100" kern="1200" dirty="0" err="1">
              <a:solidFill>
                <a:schemeClr val="accent3"/>
              </a:solidFill>
              <a:latin typeface="+mn-lt"/>
              <a:ea typeface="ＭＳ Ｐゴシック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3F5A3B3-50ED-D314-72F9-B485D523FF50}"/>
              </a:ext>
            </a:extLst>
          </p:cNvPr>
          <p:cNvSpPr txBox="1"/>
          <p:nvPr/>
        </p:nvSpPr>
        <p:spPr>
          <a:xfrm>
            <a:off x="4954755" y="3906889"/>
            <a:ext cx="800935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 dirty="0">
                <a:solidFill>
                  <a:schemeClr val="accent3"/>
                </a:solidFill>
                <a:latin typeface="+mn-lt"/>
                <a:ea typeface="ＭＳ Ｐゴシック" charset="0"/>
              </a:rPr>
              <a:t>XMPP</a:t>
            </a:r>
            <a:endParaRPr kumimoji="1" lang="ja-JP" altLang="en-US" sz="1100" kern="1200" dirty="0" err="1">
              <a:solidFill>
                <a:schemeClr val="accent3"/>
              </a:solidFill>
              <a:latin typeface="+mn-lt"/>
              <a:ea typeface="ＭＳ Ｐゴシック" charset="0"/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09658C4-DF3D-91FF-2497-D8B45A7E44FF}"/>
              </a:ext>
            </a:extLst>
          </p:cNvPr>
          <p:cNvCxnSpPr>
            <a:cxnSpLocks/>
            <a:stCxn id="39" idx="0"/>
            <a:endCxn id="43" idx="2"/>
          </p:cNvCxnSpPr>
          <p:nvPr/>
        </p:nvCxnSpPr>
        <p:spPr>
          <a:xfrm flipV="1">
            <a:off x="8947505" y="2989120"/>
            <a:ext cx="0" cy="360224"/>
          </a:xfrm>
          <a:prstGeom prst="line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E302E255-CA53-A8C6-80E7-E8E2617B7574}"/>
              </a:ext>
            </a:extLst>
          </p:cNvPr>
          <p:cNvSpPr txBox="1"/>
          <p:nvPr/>
        </p:nvSpPr>
        <p:spPr>
          <a:xfrm>
            <a:off x="8739891" y="3081304"/>
            <a:ext cx="800935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 dirty="0">
                <a:solidFill>
                  <a:schemeClr val="accent3"/>
                </a:solidFill>
                <a:latin typeface="+mn-lt"/>
                <a:ea typeface="ＭＳ Ｐゴシック" charset="0"/>
              </a:rPr>
              <a:t>CTI</a:t>
            </a:r>
            <a:endParaRPr kumimoji="1" lang="ja-JP" altLang="en-US" sz="1100" kern="1200" dirty="0" err="1">
              <a:solidFill>
                <a:schemeClr val="accent3"/>
              </a:solidFill>
              <a:latin typeface="+mn-lt"/>
              <a:ea typeface="ＭＳ Ｐゴシック" charset="0"/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CA5DF88-0B5C-C13B-0367-8A61C89BA68E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4020400" y="3544800"/>
            <a:ext cx="4200822" cy="1182531"/>
          </a:xfrm>
          <a:prstGeom prst="line">
            <a:avLst/>
          </a:prstGeom>
          <a:ln w="19050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D1C7FAFB-9737-8ECB-AF37-E7B6664EDC38}"/>
              </a:ext>
            </a:extLst>
          </p:cNvPr>
          <p:cNvSpPr txBox="1"/>
          <p:nvPr/>
        </p:nvSpPr>
        <p:spPr>
          <a:xfrm>
            <a:off x="5144613" y="4378030"/>
            <a:ext cx="800935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 dirty="0">
                <a:solidFill>
                  <a:schemeClr val="accent3"/>
                </a:solidFill>
                <a:latin typeface="+mn-lt"/>
                <a:ea typeface="ＭＳ Ｐゴシック" charset="0"/>
              </a:rPr>
              <a:t>HTTPS</a:t>
            </a:r>
            <a:endParaRPr kumimoji="1" lang="ja-JP" altLang="en-US" sz="1100" kern="1200" dirty="0" err="1">
              <a:solidFill>
                <a:schemeClr val="accent3"/>
              </a:solidFill>
              <a:latin typeface="+mn-lt"/>
              <a:ea typeface="ＭＳ Ｐゴシック" charset="0"/>
            </a:endParaRPr>
          </a:p>
        </p:txBody>
      </p:sp>
      <p:sp>
        <p:nvSpPr>
          <p:cNvPr id="123" name="Speech Bubble: Rectangle with Corners Rounded 122">
            <a:extLst>
              <a:ext uri="{FF2B5EF4-FFF2-40B4-BE49-F238E27FC236}">
                <a16:creationId xmlns:a16="http://schemas.microsoft.com/office/drawing/2014/main" id="{AE3A7B6C-D0EE-A3D6-7626-986A36DF1DD9}"/>
              </a:ext>
            </a:extLst>
          </p:cNvPr>
          <p:cNvSpPr/>
          <p:nvPr/>
        </p:nvSpPr>
        <p:spPr>
          <a:xfrm>
            <a:off x="9734814" y="2820256"/>
            <a:ext cx="1630567" cy="439138"/>
          </a:xfrm>
          <a:prstGeom prst="wedgeRoundRectCallout">
            <a:avLst>
              <a:gd name="adj1" fmla="val -63431"/>
              <a:gd name="adj2" fmla="val 117143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altLang="ja-JP" sz="900" dirty="0">
                <a:solidFill>
                  <a:srgbClr val="FFFF00"/>
                </a:solidFill>
              </a:rPr>
              <a:t>Agent</a:t>
            </a:r>
            <a:r>
              <a:rPr lang="ja-JP" altLang="en-US" sz="900" dirty="0">
                <a:solidFill>
                  <a:srgbClr val="FFFF00"/>
                </a:solidFill>
              </a:rPr>
              <a:t> の空き状況を </a:t>
            </a:r>
            <a:r>
              <a:rPr lang="en-US" altLang="ja-JP" sz="900" dirty="0">
                <a:solidFill>
                  <a:srgbClr val="FFFF00"/>
                </a:solidFill>
              </a:rPr>
              <a:t>FINESSE </a:t>
            </a:r>
            <a:r>
              <a:rPr lang="ja-JP" altLang="en-US" sz="900" dirty="0">
                <a:solidFill>
                  <a:srgbClr val="FFFF00"/>
                </a:solidFill>
              </a:rPr>
              <a:t>に確認する</a:t>
            </a:r>
            <a:endParaRPr lang="en-US" altLang="ja-JP" sz="900" dirty="0">
              <a:solidFill>
                <a:srgbClr val="FFFF00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A7C5A0F-B933-91D1-6598-B21E7964031A}"/>
              </a:ext>
            </a:extLst>
          </p:cNvPr>
          <p:cNvCxnSpPr>
            <a:cxnSpLocks/>
            <a:stCxn id="58" idx="3"/>
            <a:endCxn id="39" idx="2"/>
          </p:cNvCxnSpPr>
          <p:nvPr/>
        </p:nvCxnSpPr>
        <p:spPr>
          <a:xfrm flipV="1">
            <a:off x="8488504" y="3740256"/>
            <a:ext cx="459001" cy="2106819"/>
          </a:xfrm>
          <a:prstGeom prst="line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4F238FA-784D-78F0-3018-8978497E4B64}"/>
              </a:ext>
            </a:extLst>
          </p:cNvPr>
          <p:cNvSpPr txBox="1"/>
          <p:nvPr/>
        </p:nvSpPr>
        <p:spPr>
          <a:xfrm>
            <a:off x="8718004" y="4052459"/>
            <a:ext cx="800935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 dirty="0">
                <a:solidFill>
                  <a:schemeClr val="accent3"/>
                </a:solidFill>
                <a:latin typeface="+mn-lt"/>
                <a:ea typeface="ＭＳ Ｐゴシック" charset="0"/>
              </a:rPr>
              <a:t>XMPP</a:t>
            </a:r>
            <a:endParaRPr kumimoji="1" lang="ja-JP" altLang="en-US" sz="1100" kern="1200" dirty="0" err="1">
              <a:solidFill>
                <a:schemeClr val="accent3"/>
              </a:solidFill>
              <a:latin typeface="+mn-lt"/>
              <a:ea typeface="ＭＳ Ｐゴシック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A39E7B-08CB-14FE-7334-D79EECDDD68A}"/>
              </a:ext>
            </a:extLst>
          </p:cNvPr>
          <p:cNvCxnSpPr>
            <a:cxnSpLocks/>
            <a:stCxn id="58" idx="3"/>
            <a:endCxn id="56" idx="1"/>
          </p:cNvCxnSpPr>
          <p:nvPr/>
        </p:nvCxnSpPr>
        <p:spPr>
          <a:xfrm flipV="1">
            <a:off x="8488504" y="5002101"/>
            <a:ext cx="578099" cy="844974"/>
          </a:xfrm>
          <a:prstGeom prst="line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5F0864E-AE8D-CA7E-A0A1-6518AFA4A022}"/>
              </a:ext>
            </a:extLst>
          </p:cNvPr>
          <p:cNvSpPr txBox="1"/>
          <p:nvPr/>
        </p:nvSpPr>
        <p:spPr>
          <a:xfrm>
            <a:off x="8630716" y="5404823"/>
            <a:ext cx="800935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>
                <a:solidFill>
                  <a:schemeClr val="accent3"/>
                </a:solidFill>
                <a:latin typeface="+mn-lt"/>
                <a:ea typeface="ＭＳ Ｐゴシック" charset="0"/>
              </a:rPr>
              <a:t>SQL</a:t>
            </a:r>
            <a:endParaRPr kumimoji="1" lang="ja-JP" altLang="en-US" sz="1100" kern="1200" dirty="0" err="1">
              <a:solidFill>
                <a:schemeClr val="accent3"/>
              </a:solidFill>
              <a:latin typeface="+mn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094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7D4B6-DFC4-C57C-D816-EB7D9B489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5A64-7589-D162-F49D-79AE0EC42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Lab diagram</a:t>
            </a:r>
            <a:r>
              <a:rPr lang="ja-JP" altLang="en-US" dirty="0"/>
              <a:t> </a:t>
            </a:r>
            <a:r>
              <a:rPr lang="en-US" altLang="ja-JP" dirty="0"/>
              <a:t>Cloud</a:t>
            </a:r>
            <a:endParaRPr kumimoji="1" lang="ja-JP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259310-B26A-493F-B984-35D343CDB572}"/>
              </a:ext>
            </a:extLst>
          </p:cNvPr>
          <p:cNvSpPr/>
          <p:nvPr/>
        </p:nvSpPr>
        <p:spPr>
          <a:xfrm>
            <a:off x="6407321" y="431515"/>
            <a:ext cx="5256403" cy="3514492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kumimoji="1" lang="en-US" altLang="ja-JP" sz="1100" dirty="0" err="1">
                <a:solidFill>
                  <a:schemeClr val="bg1"/>
                </a:solidFill>
              </a:rPr>
              <a:t>WxCC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71D5B5B-2A34-6802-C676-060383E345FB}"/>
              </a:ext>
            </a:extLst>
          </p:cNvPr>
          <p:cNvGrpSpPr>
            <a:grpSpLocks noChangeAspect="1"/>
          </p:cNvGrpSpPr>
          <p:nvPr/>
        </p:nvGrpSpPr>
        <p:grpSpPr>
          <a:xfrm>
            <a:off x="2027192" y="4449136"/>
            <a:ext cx="661691" cy="509899"/>
            <a:chOff x="185738" y="1114425"/>
            <a:chExt cx="855850" cy="659518"/>
          </a:xfrm>
        </p:grpSpPr>
        <p:pic>
          <p:nvPicPr>
            <p:cNvPr id="29" name="Graphic 28" descr="Female Profile outline">
              <a:extLst>
                <a:ext uri="{FF2B5EF4-FFF2-40B4-BE49-F238E27FC236}">
                  <a16:creationId xmlns:a16="http://schemas.microsoft.com/office/drawing/2014/main" id="{CC656B08-8C90-7D39-8D75-BC7B985BEA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2244" y="1114425"/>
              <a:ext cx="542838" cy="54283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42BE51A-2700-D26F-384D-D19220A46B0F}"/>
                </a:ext>
              </a:extLst>
            </p:cNvPr>
            <p:cNvSpPr txBox="1"/>
            <p:nvPr/>
          </p:nvSpPr>
          <p:spPr>
            <a:xfrm>
              <a:off x="185738" y="1574900"/>
              <a:ext cx="855850" cy="19904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kumimoji="1" lang="en-US" altLang="ja-JP" sz="10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CC agent</a:t>
              </a:r>
              <a:endParaRPr kumimoji="1" lang="ja-JP" altLang="en-US" sz="10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F3FB6D3-2794-0209-C42F-9B0175DB7EC0}"/>
              </a:ext>
            </a:extLst>
          </p:cNvPr>
          <p:cNvCxnSpPr>
            <a:cxnSpLocks/>
            <a:stCxn id="34" idx="3"/>
            <a:endCxn id="71" idx="1"/>
          </p:cNvCxnSpPr>
          <p:nvPr/>
        </p:nvCxnSpPr>
        <p:spPr>
          <a:xfrm flipV="1">
            <a:off x="4090765" y="1893948"/>
            <a:ext cx="2407607" cy="430601"/>
          </a:xfrm>
          <a:prstGeom prst="line">
            <a:avLst/>
          </a:prstGeom>
          <a:ln w="19050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CA897A2-0487-2393-FF46-F1E6DC2A3D5B}"/>
              </a:ext>
            </a:extLst>
          </p:cNvPr>
          <p:cNvSpPr/>
          <p:nvPr/>
        </p:nvSpPr>
        <p:spPr>
          <a:xfrm>
            <a:off x="8221222" y="3349344"/>
            <a:ext cx="1452566" cy="390912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algn="ctr"/>
            <a:r>
              <a:rPr lang="en-US" altLang="ja-JP" sz="1100" dirty="0" err="1">
                <a:solidFill>
                  <a:schemeClr val="bg1"/>
                </a:solidFill>
              </a:rPr>
              <a:t>WxCC</a:t>
            </a:r>
            <a:r>
              <a:rPr lang="en-US" altLang="ja-JP" sz="1100" dirty="0">
                <a:solidFill>
                  <a:schemeClr val="bg1"/>
                </a:solidFill>
              </a:rPr>
              <a:t> agent desktop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83111A-D32B-C3B9-CC40-2902FFCE2E18}"/>
              </a:ext>
            </a:extLst>
          </p:cNvPr>
          <p:cNvSpPr/>
          <p:nvPr/>
        </p:nvSpPr>
        <p:spPr>
          <a:xfrm>
            <a:off x="6629323" y="4303024"/>
            <a:ext cx="2169460" cy="1992937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kumimoji="1" lang="en-US" altLang="ja-JP" sz="1100" dirty="0">
                <a:solidFill>
                  <a:schemeClr val="bg1"/>
                </a:solidFill>
              </a:rPr>
              <a:t>Web App </a:t>
            </a:r>
            <a:r>
              <a:rPr lang="en-US" altLang="ja-JP" sz="1100" dirty="0">
                <a:solidFill>
                  <a:schemeClr val="bg1"/>
                </a:solidFill>
              </a:rPr>
              <a:t>S</a:t>
            </a:r>
            <a:r>
              <a:rPr kumimoji="1" lang="en-US" altLang="ja-JP" sz="1100" dirty="0">
                <a:solidFill>
                  <a:schemeClr val="bg1"/>
                </a:solidFill>
              </a:rPr>
              <a:t>erver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60A937E-F6A0-DF16-9A00-284BDE9C230E}"/>
              </a:ext>
            </a:extLst>
          </p:cNvPr>
          <p:cNvSpPr/>
          <p:nvPr/>
        </p:nvSpPr>
        <p:spPr>
          <a:xfrm>
            <a:off x="6796664" y="4787118"/>
            <a:ext cx="1838637" cy="1369485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lang="en-US" altLang="ja-JP" sz="1100" dirty="0">
                <a:solidFill>
                  <a:schemeClr val="bg1"/>
                </a:solidFill>
              </a:rPr>
              <a:t>Apache Tomcat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1216E73-FEEE-B065-661A-25E2EEBF926D}"/>
              </a:ext>
            </a:extLst>
          </p:cNvPr>
          <p:cNvSpPr/>
          <p:nvPr/>
        </p:nvSpPr>
        <p:spPr>
          <a:xfrm>
            <a:off x="8899261" y="4303024"/>
            <a:ext cx="2169460" cy="1992937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kumimoji="1" lang="en-US" altLang="ja-JP" sz="1100" dirty="0">
                <a:solidFill>
                  <a:schemeClr val="bg1"/>
                </a:solidFill>
              </a:rPr>
              <a:t>DB </a:t>
            </a:r>
            <a:r>
              <a:rPr lang="en-US" altLang="ja-JP" sz="1100" dirty="0">
                <a:solidFill>
                  <a:schemeClr val="bg1"/>
                </a:solidFill>
              </a:rPr>
              <a:t>S</a:t>
            </a:r>
            <a:r>
              <a:rPr kumimoji="1" lang="en-US" altLang="ja-JP" sz="1100" dirty="0">
                <a:solidFill>
                  <a:schemeClr val="bg1"/>
                </a:solidFill>
              </a:rPr>
              <a:t>erver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1B3154E-D296-C808-35E6-2C3AFDFE5050}"/>
              </a:ext>
            </a:extLst>
          </p:cNvPr>
          <p:cNvSpPr/>
          <p:nvPr/>
        </p:nvSpPr>
        <p:spPr>
          <a:xfrm>
            <a:off x="9066603" y="4787119"/>
            <a:ext cx="1814606" cy="429964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kumimoji="1" lang="en-US" altLang="ja-JP" sz="1100" dirty="0">
                <a:solidFill>
                  <a:schemeClr val="bg1"/>
                </a:solidFill>
              </a:rPr>
              <a:t>MS SQL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41EFEC4-0668-5ED4-1CD2-E8C72DF75347}"/>
              </a:ext>
            </a:extLst>
          </p:cNvPr>
          <p:cNvSpPr/>
          <p:nvPr/>
        </p:nvSpPr>
        <p:spPr>
          <a:xfrm>
            <a:off x="6870934" y="5106888"/>
            <a:ext cx="1617570" cy="429964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lang="en-US" altLang="ja-JP" sz="1100" dirty="0">
                <a:solidFill>
                  <a:schemeClr val="bg1"/>
                </a:solidFill>
              </a:rPr>
              <a:t>Queue Statistics Collector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83422B2-6ADE-864B-03EA-A22FE83F9C45}"/>
              </a:ext>
            </a:extLst>
          </p:cNvPr>
          <p:cNvSpPr/>
          <p:nvPr/>
        </p:nvSpPr>
        <p:spPr>
          <a:xfrm>
            <a:off x="6870934" y="5632093"/>
            <a:ext cx="1617570" cy="429964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kumimoji="1" lang="en-US" altLang="ja-JP" sz="1100" dirty="0">
                <a:solidFill>
                  <a:schemeClr val="bg1"/>
                </a:solidFill>
              </a:rPr>
              <a:t>CRM server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9EE7481-F7ED-7D1A-8B5A-31AE9F65976E}"/>
              </a:ext>
            </a:extLst>
          </p:cNvPr>
          <p:cNvGrpSpPr/>
          <p:nvPr/>
        </p:nvGrpSpPr>
        <p:grpSpPr>
          <a:xfrm>
            <a:off x="2870172" y="3859275"/>
            <a:ext cx="1288369" cy="1288369"/>
            <a:chOff x="3779885" y="4917837"/>
            <a:chExt cx="1288369" cy="1288369"/>
          </a:xfrm>
        </p:grpSpPr>
        <p:pic>
          <p:nvPicPr>
            <p:cNvPr id="61" name="Graphic 60" descr="Laptop with solid fill">
              <a:extLst>
                <a:ext uri="{FF2B5EF4-FFF2-40B4-BE49-F238E27FC236}">
                  <a16:creationId xmlns:a16="http://schemas.microsoft.com/office/drawing/2014/main" id="{4CA519C1-F3A2-EF18-2622-07E1D7D311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79885" y="4917837"/>
              <a:ext cx="1288369" cy="1288369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65C0F5A-FCB1-9D41-F0D6-9B9270C1B830}"/>
                </a:ext>
              </a:extLst>
            </p:cNvPr>
            <p:cNvSpPr txBox="1"/>
            <p:nvPr/>
          </p:nvSpPr>
          <p:spPr>
            <a:xfrm>
              <a:off x="4140190" y="6000167"/>
              <a:ext cx="661691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kumimoji="1" lang="en-US" altLang="ja-JP" sz="10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CTI client</a:t>
              </a:r>
              <a:endParaRPr kumimoji="1" lang="ja-JP" altLang="en-US" sz="10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3E7C3E57-6B14-0071-7EB7-D3F25E82B519}"/>
              </a:ext>
            </a:extLst>
          </p:cNvPr>
          <p:cNvSpPr/>
          <p:nvPr/>
        </p:nvSpPr>
        <p:spPr>
          <a:xfrm>
            <a:off x="6498372" y="1548549"/>
            <a:ext cx="1525955" cy="690798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lang="ja-JP" altLang="en-US" sz="1100" dirty="0">
                <a:solidFill>
                  <a:schemeClr val="bg1"/>
                </a:solidFill>
              </a:rPr>
              <a:t>エントリポイントで電話番号指定する（＝チャネル）</a:t>
            </a:r>
            <a:endParaRPr kumimoji="1" lang="ja-JP" altLang="en-US" sz="1100" dirty="0">
              <a:solidFill>
                <a:schemeClr val="bg1"/>
              </a:solidFill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79E4BDC-A1A2-35B4-C307-CDB48A8F7CD0}"/>
              </a:ext>
            </a:extLst>
          </p:cNvPr>
          <p:cNvCxnSpPr>
            <a:cxnSpLocks/>
          </p:cNvCxnSpPr>
          <p:nvPr/>
        </p:nvCxnSpPr>
        <p:spPr>
          <a:xfrm flipV="1">
            <a:off x="4000796" y="3407127"/>
            <a:ext cx="4195556" cy="1150701"/>
          </a:xfrm>
          <a:prstGeom prst="line">
            <a:avLst/>
          </a:prstGeom>
          <a:ln w="19050">
            <a:solidFill>
              <a:schemeClr val="bg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Speech Bubble: Rectangle with Corners Rounded 104">
            <a:extLst>
              <a:ext uri="{FF2B5EF4-FFF2-40B4-BE49-F238E27FC236}">
                <a16:creationId xmlns:a16="http://schemas.microsoft.com/office/drawing/2014/main" id="{A6141CCF-A14D-CC5C-52FD-3C3C90FE61D6}"/>
              </a:ext>
            </a:extLst>
          </p:cNvPr>
          <p:cNvSpPr/>
          <p:nvPr/>
        </p:nvSpPr>
        <p:spPr>
          <a:xfrm>
            <a:off x="1991790" y="5399468"/>
            <a:ext cx="2516997" cy="519621"/>
          </a:xfrm>
          <a:prstGeom prst="wedgeRoundRectCallout">
            <a:avLst>
              <a:gd name="adj1" fmla="val 65608"/>
              <a:gd name="adj2" fmla="val -216116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ja-JP" altLang="en-US" sz="900" dirty="0">
                <a:solidFill>
                  <a:srgbClr val="FFFF00"/>
                </a:solidFill>
              </a:rPr>
              <a:t>デスクトップアプリケーションとして </a:t>
            </a:r>
            <a:r>
              <a:rPr lang="en-US" altLang="ja-JP" sz="900" dirty="0">
                <a:solidFill>
                  <a:srgbClr val="FFFF00"/>
                </a:solidFill>
              </a:rPr>
              <a:t>CC agent </a:t>
            </a:r>
            <a:r>
              <a:rPr lang="ja-JP" altLang="en-US" sz="900" dirty="0">
                <a:solidFill>
                  <a:srgbClr val="FFFF00"/>
                </a:solidFill>
              </a:rPr>
              <a:t>はコンタクトセンター業務を行う</a:t>
            </a:r>
            <a:endParaRPr lang="en-US" altLang="ja-JP" sz="900" dirty="0">
              <a:solidFill>
                <a:srgbClr val="FFFF00"/>
              </a:solidFill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DE7B3A4-5E88-6A72-58F0-862ED1F9DBB7}"/>
              </a:ext>
            </a:extLst>
          </p:cNvPr>
          <p:cNvCxnSpPr>
            <a:cxnSpLocks/>
            <a:stCxn id="39" idx="0"/>
            <a:endCxn id="71" idx="2"/>
          </p:cNvCxnSpPr>
          <p:nvPr/>
        </p:nvCxnSpPr>
        <p:spPr>
          <a:xfrm flipH="1" flipV="1">
            <a:off x="7261350" y="2239347"/>
            <a:ext cx="1686155" cy="1109997"/>
          </a:xfrm>
          <a:prstGeom prst="line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BB327856-34F6-D86C-3A07-EFFEA544733D}"/>
              </a:ext>
            </a:extLst>
          </p:cNvPr>
          <p:cNvSpPr txBox="1"/>
          <p:nvPr/>
        </p:nvSpPr>
        <p:spPr>
          <a:xfrm>
            <a:off x="8739891" y="3081304"/>
            <a:ext cx="800935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 dirty="0">
                <a:solidFill>
                  <a:schemeClr val="accent3"/>
                </a:solidFill>
                <a:latin typeface="+mn-lt"/>
                <a:ea typeface="ＭＳ Ｐゴシック" charset="0"/>
              </a:rPr>
              <a:t>CTI</a:t>
            </a:r>
            <a:endParaRPr kumimoji="1" lang="ja-JP" altLang="en-US" sz="1100" kern="1200" dirty="0" err="1">
              <a:solidFill>
                <a:schemeClr val="accent3"/>
              </a:solidFill>
              <a:latin typeface="+mn-lt"/>
              <a:ea typeface="ＭＳ Ｐゴシック" charset="0"/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FBD4B23-563B-3559-F5F9-0183822B5BE2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4020400" y="3544800"/>
            <a:ext cx="4200822" cy="1182531"/>
          </a:xfrm>
          <a:prstGeom prst="line">
            <a:avLst/>
          </a:prstGeom>
          <a:ln w="19050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7761F610-70EF-84F0-F57A-C5FA83072B4C}"/>
              </a:ext>
            </a:extLst>
          </p:cNvPr>
          <p:cNvSpPr txBox="1"/>
          <p:nvPr/>
        </p:nvSpPr>
        <p:spPr>
          <a:xfrm>
            <a:off x="5144613" y="4378030"/>
            <a:ext cx="800935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 dirty="0">
                <a:solidFill>
                  <a:schemeClr val="accent3"/>
                </a:solidFill>
                <a:latin typeface="+mn-lt"/>
                <a:ea typeface="ＭＳ Ｐゴシック" charset="0"/>
              </a:rPr>
              <a:t>HTTPS</a:t>
            </a:r>
            <a:endParaRPr kumimoji="1" lang="ja-JP" altLang="en-US" sz="1100" kern="1200" dirty="0" err="1">
              <a:solidFill>
                <a:schemeClr val="accent3"/>
              </a:solidFill>
              <a:latin typeface="+mn-lt"/>
              <a:ea typeface="ＭＳ Ｐゴシック" charset="0"/>
            </a:endParaRPr>
          </a:p>
        </p:txBody>
      </p:sp>
      <p:sp>
        <p:nvSpPr>
          <p:cNvPr id="123" name="Speech Bubble: Rectangle with Corners Rounded 122">
            <a:extLst>
              <a:ext uri="{FF2B5EF4-FFF2-40B4-BE49-F238E27FC236}">
                <a16:creationId xmlns:a16="http://schemas.microsoft.com/office/drawing/2014/main" id="{19D0D420-4CB1-9BDF-44AE-A60164638993}"/>
              </a:ext>
            </a:extLst>
          </p:cNvPr>
          <p:cNvSpPr/>
          <p:nvPr/>
        </p:nvSpPr>
        <p:spPr>
          <a:xfrm>
            <a:off x="9734814" y="2820256"/>
            <a:ext cx="1928910" cy="439138"/>
          </a:xfrm>
          <a:prstGeom prst="wedgeRoundRectCallout">
            <a:avLst>
              <a:gd name="adj1" fmla="val -63431"/>
              <a:gd name="adj2" fmla="val 117143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altLang="ja-JP" sz="900" dirty="0">
                <a:solidFill>
                  <a:srgbClr val="FFFF00"/>
                </a:solidFill>
              </a:rPr>
              <a:t>Agent</a:t>
            </a:r>
            <a:r>
              <a:rPr lang="ja-JP" altLang="en-US" sz="900" dirty="0">
                <a:solidFill>
                  <a:srgbClr val="FFFF00"/>
                </a:solidFill>
              </a:rPr>
              <a:t> の空き状況を </a:t>
            </a:r>
            <a:r>
              <a:rPr lang="en-US" altLang="ja-JP" sz="900" dirty="0" err="1">
                <a:solidFill>
                  <a:srgbClr val="FFFF00"/>
                </a:solidFill>
              </a:rPr>
              <a:t>WxCC</a:t>
            </a:r>
            <a:r>
              <a:rPr lang="en-US" altLang="ja-JP" sz="900" dirty="0">
                <a:solidFill>
                  <a:srgbClr val="FFFF00"/>
                </a:solidFill>
              </a:rPr>
              <a:t> agent desktop </a:t>
            </a:r>
            <a:r>
              <a:rPr lang="ja-JP" altLang="en-US" sz="900" dirty="0">
                <a:solidFill>
                  <a:srgbClr val="FFFF00"/>
                </a:solidFill>
              </a:rPr>
              <a:t>に確認する</a:t>
            </a:r>
            <a:endParaRPr lang="en-US" altLang="ja-JP" sz="900" dirty="0">
              <a:solidFill>
                <a:srgbClr val="FFFF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6641C3-84D5-9988-9B13-89FFAC13CF97}"/>
              </a:ext>
            </a:extLst>
          </p:cNvPr>
          <p:cNvSpPr/>
          <p:nvPr/>
        </p:nvSpPr>
        <p:spPr>
          <a:xfrm>
            <a:off x="1739802" y="1606868"/>
            <a:ext cx="3775146" cy="2025615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kumimoji="1" lang="en-US" altLang="ja-JP" sz="1100" dirty="0" err="1">
                <a:solidFill>
                  <a:schemeClr val="bg1"/>
                </a:solidFill>
              </a:rPr>
              <a:t>WxC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17ADE2-5EA0-F783-41A9-1B2B450C3964}"/>
              </a:ext>
            </a:extLst>
          </p:cNvPr>
          <p:cNvSpPr/>
          <p:nvPr/>
        </p:nvSpPr>
        <p:spPr>
          <a:xfrm>
            <a:off x="8798783" y="941959"/>
            <a:ext cx="1837563" cy="513539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lang="ja-JP" altLang="en-US" sz="1100" dirty="0">
                <a:solidFill>
                  <a:schemeClr val="bg1"/>
                </a:solidFill>
              </a:rPr>
              <a:t>ルーティングフロー確認</a:t>
            </a:r>
            <a:endParaRPr lang="en-US" altLang="ja-JP" sz="1100" dirty="0">
              <a:solidFill>
                <a:schemeClr val="bg1"/>
              </a:solidFill>
            </a:endParaRPr>
          </a:p>
          <a:p>
            <a:pPr algn="ctr"/>
            <a:r>
              <a:rPr lang="ja-JP" altLang="en-US" sz="1100" dirty="0">
                <a:solidFill>
                  <a:schemeClr val="bg1"/>
                </a:solidFill>
              </a:rPr>
              <a:t>（＝</a:t>
            </a:r>
            <a:r>
              <a:rPr lang="en-US" altLang="ja-JP" sz="1100" dirty="0">
                <a:solidFill>
                  <a:schemeClr val="bg1"/>
                </a:solidFill>
              </a:rPr>
              <a:t>Flow Designer</a:t>
            </a:r>
            <a:r>
              <a:rPr lang="ja-JP" altLang="en-US" sz="1100" dirty="0">
                <a:solidFill>
                  <a:schemeClr val="bg1"/>
                </a:solidFill>
              </a:rPr>
              <a:t>）</a:t>
            </a:r>
            <a:endParaRPr kumimoji="1" lang="ja-JP" altLang="en-US" sz="1100" dirty="0">
              <a:solidFill>
                <a:schemeClr val="bg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DFF8A7-5C9B-E1BF-8931-89CCD65EBD11}"/>
              </a:ext>
            </a:extLst>
          </p:cNvPr>
          <p:cNvCxnSpPr>
            <a:cxnSpLocks/>
            <a:stCxn id="71" idx="3"/>
            <a:endCxn id="9" idx="1"/>
          </p:cNvCxnSpPr>
          <p:nvPr/>
        </p:nvCxnSpPr>
        <p:spPr>
          <a:xfrm flipV="1">
            <a:off x="8024327" y="1198729"/>
            <a:ext cx="774456" cy="695219"/>
          </a:xfrm>
          <a:prstGeom prst="line">
            <a:avLst/>
          </a:prstGeom>
          <a:ln w="19050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CAC4F30-0E87-8AFC-2D02-98F47D7F88E5}"/>
              </a:ext>
            </a:extLst>
          </p:cNvPr>
          <p:cNvGrpSpPr>
            <a:grpSpLocks noChangeAspect="1"/>
          </p:cNvGrpSpPr>
          <p:nvPr/>
        </p:nvGrpSpPr>
        <p:grpSpPr>
          <a:xfrm>
            <a:off x="185738" y="1114425"/>
            <a:ext cx="661691" cy="492443"/>
            <a:chOff x="185738" y="1114425"/>
            <a:chExt cx="855850" cy="636940"/>
          </a:xfrm>
        </p:grpSpPr>
        <p:pic>
          <p:nvPicPr>
            <p:cNvPr id="25" name="Graphic 24" descr="Female Profile outline">
              <a:extLst>
                <a:ext uri="{FF2B5EF4-FFF2-40B4-BE49-F238E27FC236}">
                  <a16:creationId xmlns:a16="http://schemas.microsoft.com/office/drawing/2014/main" id="{17BBFB8B-E000-ADC3-0AEE-E819D2E3B5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2244" y="1114425"/>
              <a:ext cx="542838" cy="542838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8406962-A394-9A9E-4ECB-432EA172B792}"/>
                </a:ext>
              </a:extLst>
            </p:cNvPr>
            <p:cNvSpPr txBox="1"/>
            <p:nvPr/>
          </p:nvSpPr>
          <p:spPr>
            <a:xfrm>
              <a:off x="185738" y="1597477"/>
              <a:ext cx="855850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912276" rtl="0" eaLnBrk="1" fontAlgn="base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bg1"/>
                </a:buClr>
                <a:buSzPct val="100000"/>
              </a:pPr>
              <a:r>
                <a:rPr kumimoji="1" lang="en-US" altLang="ja-JP" sz="1000" kern="1200" dirty="0">
                  <a:solidFill>
                    <a:schemeClr val="bg1"/>
                  </a:solidFill>
                  <a:latin typeface="+mn-lt"/>
                  <a:ea typeface="ＭＳ Ｐゴシック" charset="0"/>
                </a:rPr>
                <a:t>customer</a:t>
              </a:r>
              <a:endParaRPr kumimoji="1" lang="ja-JP" altLang="en-US" sz="1000" kern="1200" dirty="0" err="1">
                <a:solidFill>
                  <a:schemeClr val="bg1"/>
                </a:solidFill>
                <a:latin typeface="+mn-lt"/>
                <a:ea typeface="ＭＳ Ｐゴシック" charset="0"/>
              </a:endParaRPr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8796F24-91C7-23F5-7032-0CBB666ABBD2}"/>
              </a:ext>
            </a:extLst>
          </p:cNvPr>
          <p:cNvCxnSpPr>
            <a:cxnSpLocks/>
            <a:stCxn id="30" idx="2"/>
            <a:endCxn id="34" idx="1"/>
          </p:cNvCxnSpPr>
          <p:nvPr/>
        </p:nvCxnSpPr>
        <p:spPr>
          <a:xfrm>
            <a:off x="516584" y="1606868"/>
            <a:ext cx="2568581" cy="717681"/>
          </a:xfrm>
          <a:prstGeom prst="line">
            <a:avLst/>
          </a:prstGeom>
          <a:ln w="19050">
            <a:solidFill>
              <a:schemeClr val="bg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D323DA4-8791-8566-ADC2-6077407D12EE}"/>
              </a:ext>
            </a:extLst>
          </p:cNvPr>
          <p:cNvSpPr/>
          <p:nvPr/>
        </p:nvSpPr>
        <p:spPr>
          <a:xfrm>
            <a:off x="3085165" y="2068204"/>
            <a:ext cx="1005600" cy="512689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algn="ctr"/>
            <a:r>
              <a:rPr lang="en-US" altLang="ja-JP" sz="1100" dirty="0">
                <a:solidFill>
                  <a:schemeClr val="bg1"/>
                </a:solidFill>
              </a:rPr>
              <a:t>CC RTMS</a:t>
            </a:r>
            <a:br>
              <a:rPr lang="en-US" altLang="ja-JP" sz="1100" dirty="0">
                <a:solidFill>
                  <a:schemeClr val="bg1"/>
                </a:solidFill>
              </a:rPr>
            </a:br>
            <a:r>
              <a:rPr lang="en-US" altLang="ja-JP" sz="1100" dirty="0">
                <a:solidFill>
                  <a:schemeClr val="bg1"/>
                </a:solidFill>
              </a:rPr>
              <a:t>5000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  <p:sp>
        <p:nvSpPr>
          <p:cNvPr id="40" name="Speech Bubble: Rectangle with Corners Rounded 39">
            <a:extLst>
              <a:ext uri="{FF2B5EF4-FFF2-40B4-BE49-F238E27FC236}">
                <a16:creationId xmlns:a16="http://schemas.microsoft.com/office/drawing/2014/main" id="{C627B1E6-A3B2-84A7-004E-FD9B2B9AA503}"/>
              </a:ext>
            </a:extLst>
          </p:cNvPr>
          <p:cNvSpPr/>
          <p:nvPr/>
        </p:nvSpPr>
        <p:spPr>
          <a:xfrm>
            <a:off x="4102734" y="681523"/>
            <a:ext cx="2222254" cy="656755"/>
          </a:xfrm>
          <a:prstGeom prst="wedgeRoundRectCallout">
            <a:avLst>
              <a:gd name="adj1" fmla="val -44242"/>
              <a:gd name="adj2" fmla="val 173666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en-US" altLang="ja-JP" sz="900" dirty="0" err="1">
                <a:solidFill>
                  <a:srgbClr val="FFFF00"/>
                </a:solidFill>
              </a:rPr>
              <a:t>WxCC</a:t>
            </a:r>
            <a:r>
              <a:rPr lang="en-US" altLang="ja-JP" sz="900" dirty="0">
                <a:solidFill>
                  <a:srgbClr val="FFFF00"/>
                </a:solidFill>
              </a:rPr>
              <a:t> </a:t>
            </a:r>
            <a:r>
              <a:rPr lang="ja-JP" altLang="en-US" sz="900" dirty="0">
                <a:solidFill>
                  <a:srgbClr val="FFFF00"/>
                </a:solidFill>
              </a:rPr>
              <a:t>エントリポイント作成時点で </a:t>
            </a:r>
            <a:r>
              <a:rPr lang="en-US" altLang="ja-JP" sz="900" dirty="0" err="1">
                <a:solidFill>
                  <a:srgbClr val="FFFF00"/>
                </a:solidFill>
              </a:rPr>
              <a:t>WxC</a:t>
            </a:r>
            <a:r>
              <a:rPr lang="en-US" altLang="ja-JP" sz="900" dirty="0">
                <a:solidFill>
                  <a:srgbClr val="FFFF00"/>
                </a:solidFill>
              </a:rPr>
              <a:t> </a:t>
            </a:r>
            <a:r>
              <a:rPr lang="ja-JP" altLang="en-US" sz="900" dirty="0">
                <a:solidFill>
                  <a:srgbClr val="FFFF00"/>
                </a:solidFill>
              </a:rPr>
              <a:t>の番号も「</a:t>
            </a:r>
            <a:r>
              <a:rPr lang="en-US" altLang="ja-JP" sz="900" dirty="0">
                <a:solidFill>
                  <a:srgbClr val="FFFF00"/>
                </a:solidFill>
              </a:rPr>
              <a:t>Contact Center RTMS</a:t>
            </a:r>
            <a:r>
              <a:rPr lang="ja-JP" altLang="en-US" sz="900" dirty="0">
                <a:solidFill>
                  <a:srgbClr val="FFFF00"/>
                </a:solidFill>
              </a:rPr>
              <a:t>」として作成される</a:t>
            </a:r>
            <a:endParaRPr lang="en-US" altLang="ja-JP" sz="900" dirty="0">
              <a:solidFill>
                <a:srgbClr val="FFFF00"/>
              </a:solidFill>
            </a:endParaRPr>
          </a:p>
        </p:txBody>
      </p:sp>
      <p:sp>
        <p:nvSpPr>
          <p:cNvPr id="41" name="Speech Bubble: Rectangle with Corners Rounded 40">
            <a:extLst>
              <a:ext uri="{FF2B5EF4-FFF2-40B4-BE49-F238E27FC236}">
                <a16:creationId xmlns:a16="http://schemas.microsoft.com/office/drawing/2014/main" id="{D002F973-42DA-94FB-2E51-B00C2CFB36E3}"/>
              </a:ext>
            </a:extLst>
          </p:cNvPr>
          <p:cNvSpPr/>
          <p:nvPr/>
        </p:nvSpPr>
        <p:spPr>
          <a:xfrm>
            <a:off x="1314637" y="860455"/>
            <a:ext cx="1616437" cy="519621"/>
          </a:xfrm>
          <a:prstGeom prst="wedgeRoundRectCallout">
            <a:avLst>
              <a:gd name="adj1" fmla="val -55471"/>
              <a:gd name="adj2" fmla="val 132984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lang="ja-JP" altLang="en-US" sz="900" dirty="0">
                <a:solidFill>
                  <a:srgbClr val="FFFF00"/>
                </a:solidFill>
              </a:rPr>
              <a:t>①外線着信で </a:t>
            </a:r>
            <a:r>
              <a:rPr lang="en-US" altLang="ja-JP" sz="900" dirty="0">
                <a:solidFill>
                  <a:srgbClr val="FFFF00"/>
                </a:solidFill>
              </a:rPr>
              <a:t>LGW </a:t>
            </a:r>
            <a:r>
              <a:rPr lang="ja-JP" altLang="en-US" sz="900" dirty="0">
                <a:solidFill>
                  <a:srgbClr val="FFFF00"/>
                </a:solidFill>
              </a:rPr>
              <a:t>からコールが入ってくる</a:t>
            </a:r>
            <a:endParaRPr lang="en-US" altLang="ja-JP" sz="900" dirty="0">
              <a:solidFill>
                <a:srgbClr val="FFFF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471B66-6447-BC36-7267-992546F31AD5}"/>
              </a:ext>
            </a:extLst>
          </p:cNvPr>
          <p:cNvSpPr/>
          <p:nvPr/>
        </p:nvSpPr>
        <p:spPr>
          <a:xfrm>
            <a:off x="3124194" y="4308943"/>
            <a:ext cx="795728" cy="296594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algn="ctr"/>
            <a:r>
              <a:rPr kumimoji="1" lang="en-US" altLang="ja-JP" sz="1100" dirty="0" err="1">
                <a:solidFill>
                  <a:schemeClr val="bg1"/>
                </a:solidFill>
              </a:rPr>
              <a:t>WxApp</a:t>
            </a:r>
            <a:endParaRPr kumimoji="1" lang="ja-JP" altLang="en-US" sz="11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84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323A5-7810-7EBC-131B-92369BC3D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4E7DE-3647-77FC-670A-7BAD8717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CUCM </a:t>
            </a:r>
            <a:r>
              <a:rPr kumimoji="1" lang="ja-JP" altLang="en-US" dirty="0"/>
              <a:t>の設定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2127B-7649-7D60-0677-91BDE5B44C3A}"/>
              </a:ext>
            </a:extLst>
          </p:cNvPr>
          <p:cNvSpPr txBox="1"/>
          <p:nvPr/>
        </p:nvSpPr>
        <p:spPr>
          <a:xfrm>
            <a:off x="375385" y="996215"/>
            <a:ext cx="11816615" cy="466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AD </a:t>
            </a: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連携でユーザの取り込み</a:t>
            </a:r>
            <a:endParaRPr kumimoji="1" lang="en-US" altLang="ja-JP" sz="1100" kern="12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CC agent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用電話端末登録</a:t>
            </a:r>
            <a:endParaRPr kumimoji="1" lang="ja-JP" altLang="en-US" sz="1100" kern="12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2941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ABE4-E1C0-8C35-DDAD-AF00AA65D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UCCX </a:t>
            </a:r>
            <a:r>
              <a:rPr kumimoji="1" lang="ja-JP" altLang="en-US" dirty="0"/>
              <a:t>の設定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70048F-83A8-1347-D1B2-3F835838DBEE}"/>
              </a:ext>
            </a:extLst>
          </p:cNvPr>
          <p:cNvSpPr txBox="1"/>
          <p:nvPr/>
        </p:nvSpPr>
        <p:spPr>
          <a:xfrm>
            <a:off x="375385" y="996215"/>
            <a:ext cx="11816615" cy="52270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1. System &gt; Cisco Unified CM Configuration</a:t>
            </a: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・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AXL Service Provider Configuration.[Cisco Unified CM Version is : 15.0.1.11900(23)]</a:t>
            </a: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・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Unified CM Telephony Subsystem - Unified CM Telephony Provider Configuration</a:t>
            </a: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・</a:t>
            </a:r>
            <a:r>
              <a:rPr kumimoji="1" lang="en-US" altLang="ja-JP" sz="1100" kern="1200" dirty="0" err="1">
                <a:solidFill>
                  <a:schemeClr val="bg1"/>
                </a:solidFill>
                <a:latin typeface="+mn-ea"/>
              </a:rPr>
              <a:t>RmCm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 Subsystem - </a:t>
            </a:r>
            <a:r>
              <a:rPr kumimoji="1" lang="en-US" altLang="ja-JP" sz="1100" kern="1200" dirty="0" err="1">
                <a:solidFill>
                  <a:schemeClr val="bg1"/>
                </a:solidFill>
                <a:latin typeface="+mn-ea"/>
              </a:rPr>
              <a:t>RmCm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 Provider Configuration</a:t>
            </a: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=&gt; CUCM </a:t>
            </a: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と 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UCCX </a:t>
            </a: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の連携</a:t>
            </a: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			</a:t>
            </a: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2. Applications &gt; Application Management</a:t>
            </a: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・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SSCRIPT[</a:t>
            </a:r>
            <a:r>
              <a:rPr kumimoji="1" lang="en-US" altLang="ja-JP" sz="1100" kern="1200" dirty="0" err="1">
                <a:solidFill>
                  <a:schemeClr val="bg1"/>
                </a:solidFill>
                <a:latin typeface="+mn-ea"/>
              </a:rPr>
              <a:t>aa.aef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] </a:t>
            </a: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（オートアテンダント。試しにいれただけ）</a:t>
            </a: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Trigger &gt; Unified CM Telephony Trigger: 2050 (CUCM</a:t>
            </a: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の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CTI RP)</a:t>
            </a: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=&gt; </a:t>
            </a: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コールごとに処理するスクリプトを決める 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IVR</a:t>
            </a: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endParaRPr kumimoji="1" lang="en-US" altLang="ja-JP" sz="1100" kern="1200" dirty="0">
              <a:solidFill>
                <a:schemeClr val="bg1"/>
              </a:solidFill>
              <a:latin typeface="+mn-ea"/>
            </a:endParaRP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3. Subsystems &gt; Cisco Unified CM Telephony &gt; Call Control Group</a:t>
            </a: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・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CCG (CUCM</a:t>
            </a: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の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CTI Port</a:t>
            </a: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）</a:t>
            </a: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=&gt; </a:t>
            </a: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音声処理用リソース</a:t>
            </a: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endParaRPr kumimoji="1" lang="ja-JP" altLang="en-US" sz="1100" kern="1200" dirty="0">
              <a:solidFill>
                <a:schemeClr val="bg1"/>
              </a:solidFill>
              <a:latin typeface="+mn-ea"/>
            </a:endParaRP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4. Subsystems &gt; </a:t>
            </a:r>
            <a:r>
              <a:rPr kumimoji="1" lang="en-US" altLang="ja-JP" sz="1100" kern="1200" dirty="0" err="1">
                <a:solidFill>
                  <a:schemeClr val="bg1"/>
                </a:solidFill>
                <a:latin typeface="+mn-ea"/>
              </a:rPr>
              <a:t>RmCm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 &gt; Resources</a:t>
            </a: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・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CUCM</a:t>
            </a: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で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IPCC</a:t>
            </a: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に関連付けたエンドユーザがリソースとして表示される</a:t>
            </a: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=&gt; </a:t>
            </a: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エージェントの割り当て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EAB7F-59A9-0C9E-1F03-B01FCA71B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830" y="73544"/>
            <a:ext cx="3658507" cy="2151550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7EFE29-634A-254E-D9DA-BCEF468A0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706" y="2375642"/>
            <a:ext cx="3200572" cy="182767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F932CA-26D4-5D57-B7EA-46704265A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68" y="3101642"/>
            <a:ext cx="3717316" cy="2296583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66EB55-4571-B385-1654-785D117113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3319" y="5497286"/>
            <a:ext cx="5872509" cy="1287170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389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A7DF-AD34-313F-A8F0-7BA0B929A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CAA6-0E9B-962A-102A-35616A7BC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Lab diagram Cloud</a:t>
            </a:r>
            <a:endParaRPr kumimoji="1" lang="ja-JP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52FDDC-2F78-CB69-F4C5-AEBFEA885AA7}"/>
              </a:ext>
            </a:extLst>
          </p:cNvPr>
          <p:cNvSpPr/>
          <p:nvPr/>
        </p:nvSpPr>
        <p:spPr>
          <a:xfrm>
            <a:off x="10192779" y="1841766"/>
            <a:ext cx="1457527" cy="5787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600" dirty="0" err="1">
                <a:solidFill>
                  <a:schemeClr val="bg1"/>
                </a:solidFill>
              </a:rPr>
              <a:t>WxCC</a:t>
            </a:r>
            <a:endParaRPr kumimoji="1" lang="ja-JP" altLang="en-US" sz="1600" dirty="0" err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06FB5F-6B87-EAC5-6D81-3D537B27C4F9}"/>
              </a:ext>
            </a:extLst>
          </p:cNvPr>
          <p:cNvSpPr/>
          <p:nvPr/>
        </p:nvSpPr>
        <p:spPr>
          <a:xfrm>
            <a:off x="7050204" y="1841766"/>
            <a:ext cx="1457527" cy="5787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600" dirty="0" err="1">
                <a:solidFill>
                  <a:schemeClr val="bg1"/>
                </a:solidFill>
              </a:rPr>
              <a:t>WxC</a:t>
            </a:r>
            <a:endParaRPr kumimoji="1" lang="ja-JP" altLang="en-US" sz="1600" dirty="0" err="1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BEB7F2-9309-A0D6-8433-0CB28CB7F92B}"/>
              </a:ext>
            </a:extLst>
          </p:cNvPr>
          <p:cNvSpPr/>
          <p:nvPr/>
        </p:nvSpPr>
        <p:spPr>
          <a:xfrm>
            <a:off x="5536801" y="5170730"/>
            <a:ext cx="1218581" cy="492443"/>
          </a:xfrm>
          <a:prstGeom prst="roundRect">
            <a:avLst/>
          </a:prstGeom>
          <a:solidFill>
            <a:schemeClr val="bg1">
              <a:lumMod val="10000"/>
              <a:lumOff val="90000"/>
            </a:schemeClr>
          </a:solidFill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</a:rPr>
              <a:t>CC agent</a:t>
            </a:r>
            <a:endParaRPr kumimoji="1" lang="ja-JP" altLang="en-US" sz="1400" dirty="0" err="1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4BD7EC-3704-4BC6-4495-F77EC3ED4FCF}"/>
              </a:ext>
            </a:extLst>
          </p:cNvPr>
          <p:cNvSpPr/>
          <p:nvPr/>
        </p:nvSpPr>
        <p:spPr>
          <a:xfrm>
            <a:off x="795860" y="5178800"/>
            <a:ext cx="1395919" cy="492443"/>
          </a:xfrm>
          <a:prstGeom prst="roundRect">
            <a:avLst/>
          </a:prstGeom>
          <a:solidFill>
            <a:schemeClr val="bg1">
              <a:lumMod val="10000"/>
              <a:lumOff val="90000"/>
            </a:schemeClr>
          </a:solidFill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</a:rPr>
              <a:t>customer</a:t>
            </a:r>
            <a:endParaRPr kumimoji="1" lang="ja-JP" altLang="en-US" sz="1600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FBA77D-FEC7-25B4-7DD7-31F121AFA13B}"/>
              </a:ext>
            </a:extLst>
          </p:cNvPr>
          <p:cNvSpPr/>
          <p:nvPr/>
        </p:nvSpPr>
        <p:spPr>
          <a:xfrm>
            <a:off x="765056" y="1841766"/>
            <a:ext cx="1457527" cy="5787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</a:rPr>
              <a:t>PSTN</a:t>
            </a:r>
            <a:endParaRPr kumimoji="1" lang="ja-JP" alt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A8A239-D48B-78A1-2D64-58C2CC3B53BE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1493820" y="2420562"/>
            <a:ext cx="0" cy="27582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E05F0A8-5A60-A8DF-F5F4-8831A72DF0A9}"/>
              </a:ext>
            </a:extLst>
          </p:cNvPr>
          <p:cNvSpPr/>
          <p:nvPr/>
        </p:nvSpPr>
        <p:spPr>
          <a:xfrm>
            <a:off x="3907630" y="1841766"/>
            <a:ext cx="1457527" cy="5787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</a:rPr>
              <a:t>LGW</a:t>
            </a:r>
            <a:endParaRPr kumimoji="1" lang="ja-JP" alt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F97F343-76A6-54D6-FDB7-0B429BE9BD56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2222583" y="2131164"/>
            <a:ext cx="1685047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9BE21D-5A63-592F-4884-EC14569FFE8A}"/>
              </a:ext>
            </a:extLst>
          </p:cNvPr>
          <p:cNvCxnSpPr>
            <a:cxnSpLocks/>
            <a:stCxn id="12" idx="3"/>
            <a:endCxn id="5" idx="1"/>
          </p:cNvCxnSpPr>
          <p:nvPr/>
        </p:nvCxnSpPr>
        <p:spPr>
          <a:xfrm>
            <a:off x="5365157" y="2131164"/>
            <a:ext cx="1685047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CF4C61-CB8E-2BFF-ECB8-46EC9A4B6DA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6146092" y="2420562"/>
            <a:ext cx="1632876" cy="275016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B95FD3D-1724-B682-DA66-232C195D5E0B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8507731" y="2131164"/>
            <a:ext cx="168504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peech Bubble: Rectangle with Corners Rounded 35">
            <a:extLst>
              <a:ext uri="{FF2B5EF4-FFF2-40B4-BE49-F238E27FC236}">
                <a16:creationId xmlns:a16="http://schemas.microsoft.com/office/drawing/2014/main" id="{57753E9F-6634-A41A-9B6E-9B77B4749502}"/>
              </a:ext>
            </a:extLst>
          </p:cNvPr>
          <p:cNvSpPr/>
          <p:nvPr/>
        </p:nvSpPr>
        <p:spPr>
          <a:xfrm>
            <a:off x="795860" y="1062328"/>
            <a:ext cx="1616437" cy="519621"/>
          </a:xfrm>
          <a:prstGeom prst="wedgeRoundRectCallout">
            <a:avLst>
              <a:gd name="adj1" fmla="val -45152"/>
              <a:gd name="adj2" fmla="val 118691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Customer </a:t>
            </a:r>
            <a:r>
              <a:rPr kumimoji="1" lang="ja-JP" altLang="en-US" sz="900" dirty="0">
                <a:solidFill>
                  <a:srgbClr val="FFFF00"/>
                </a:solidFill>
              </a:rPr>
              <a:t>から外線着信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BEFD3666-D2B2-FDE5-ED3F-E6058AD58E80}"/>
              </a:ext>
            </a:extLst>
          </p:cNvPr>
          <p:cNvSpPr/>
          <p:nvPr/>
        </p:nvSpPr>
        <p:spPr>
          <a:xfrm>
            <a:off x="3907630" y="1077125"/>
            <a:ext cx="1616437" cy="519621"/>
          </a:xfrm>
          <a:prstGeom prst="wedgeRoundRectCallout">
            <a:avLst>
              <a:gd name="adj1" fmla="val -45152"/>
              <a:gd name="adj2" fmla="val 118691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ja-JP" altLang="en-US" sz="900" dirty="0">
                <a:solidFill>
                  <a:srgbClr val="FFFF00"/>
                </a:solidFill>
              </a:rPr>
              <a:t>外線コールは</a:t>
            </a:r>
            <a:r>
              <a:rPr kumimoji="1" lang="en-US" altLang="ja-JP" sz="900" dirty="0">
                <a:solidFill>
                  <a:srgbClr val="FFFF00"/>
                </a:solidFill>
              </a:rPr>
              <a:t>LGW</a:t>
            </a:r>
            <a:r>
              <a:rPr kumimoji="1" lang="ja-JP" altLang="en-US" sz="900" dirty="0">
                <a:solidFill>
                  <a:srgbClr val="FFFF00"/>
                </a:solidFill>
              </a:rPr>
              <a:t>に着信し、</a:t>
            </a:r>
            <a:r>
              <a:rPr kumimoji="1" lang="en-US" altLang="ja-JP" sz="900" dirty="0" err="1">
                <a:solidFill>
                  <a:srgbClr val="FFFF00"/>
                </a:solidFill>
              </a:rPr>
              <a:t>WxC</a:t>
            </a:r>
            <a:r>
              <a:rPr kumimoji="1" lang="en-US" altLang="ja-JP" sz="900" dirty="0">
                <a:solidFill>
                  <a:srgbClr val="FFFF00"/>
                </a:solidFill>
              </a:rPr>
              <a:t> </a:t>
            </a:r>
            <a:r>
              <a:rPr kumimoji="1" lang="ja-JP" altLang="en-US" sz="900" dirty="0">
                <a:solidFill>
                  <a:srgbClr val="FFFF00"/>
                </a:solidFill>
              </a:rPr>
              <a:t>に渡す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A129DD26-7CE8-3474-7492-D93FB8A4966A}"/>
              </a:ext>
            </a:extLst>
          </p:cNvPr>
          <p:cNvSpPr/>
          <p:nvPr/>
        </p:nvSpPr>
        <p:spPr>
          <a:xfrm>
            <a:off x="7019400" y="1062679"/>
            <a:ext cx="1616437" cy="519621"/>
          </a:xfrm>
          <a:prstGeom prst="wedgeRoundRectCallout">
            <a:avLst>
              <a:gd name="adj1" fmla="val -45152"/>
              <a:gd name="adj2" fmla="val 118691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CC </a:t>
            </a:r>
            <a:r>
              <a:rPr kumimoji="1" lang="ja-JP" altLang="en-US" sz="900" dirty="0">
                <a:solidFill>
                  <a:srgbClr val="FFFF00"/>
                </a:solidFill>
              </a:rPr>
              <a:t>宛に着信したコールは </a:t>
            </a:r>
            <a:r>
              <a:rPr kumimoji="1" lang="en-US" altLang="ja-JP" sz="900" dirty="0" err="1">
                <a:solidFill>
                  <a:srgbClr val="FFFF00"/>
                </a:solidFill>
              </a:rPr>
              <a:t>WxCC</a:t>
            </a:r>
            <a:r>
              <a:rPr kumimoji="1" lang="en-US" altLang="ja-JP" sz="900" dirty="0">
                <a:solidFill>
                  <a:srgbClr val="FFFF00"/>
                </a:solidFill>
              </a:rPr>
              <a:t> </a:t>
            </a:r>
            <a:r>
              <a:rPr kumimoji="1" lang="ja-JP" altLang="en-US" sz="900" dirty="0">
                <a:solidFill>
                  <a:srgbClr val="FFFF00"/>
                </a:solidFill>
              </a:rPr>
              <a:t>に渡す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B374D9C0-A245-5C7C-C9FB-077273F14D77}"/>
              </a:ext>
            </a:extLst>
          </p:cNvPr>
          <p:cNvSpPr/>
          <p:nvPr/>
        </p:nvSpPr>
        <p:spPr>
          <a:xfrm>
            <a:off x="10192779" y="1062328"/>
            <a:ext cx="1616437" cy="519621"/>
          </a:xfrm>
          <a:prstGeom prst="wedgeRoundRectCallout">
            <a:avLst>
              <a:gd name="adj1" fmla="val -45152"/>
              <a:gd name="adj2" fmla="val 118691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>
                <a:solidFill>
                  <a:srgbClr val="FFFF00"/>
                </a:solidFill>
              </a:rPr>
              <a:t>CC agen</a:t>
            </a:r>
            <a:r>
              <a:rPr lang="en-US" altLang="ja-JP" sz="900" dirty="0">
                <a:solidFill>
                  <a:srgbClr val="FFFF00"/>
                </a:solidFill>
              </a:rPr>
              <a:t>t </a:t>
            </a:r>
            <a:r>
              <a:rPr lang="ja-JP" altLang="en-US" sz="900" dirty="0">
                <a:solidFill>
                  <a:srgbClr val="FFFF00"/>
                </a:solidFill>
              </a:rPr>
              <a:t>を割り振って、</a:t>
            </a:r>
            <a:r>
              <a:rPr lang="en-US" altLang="ja-JP" sz="900" dirty="0" err="1">
                <a:solidFill>
                  <a:srgbClr val="FFFF00"/>
                </a:solidFill>
              </a:rPr>
              <a:t>WxC</a:t>
            </a:r>
            <a:r>
              <a:rPr lang="en-US" altLang="ja-JP" sz="900" dirty="0">
                <a:solidFill>
                  <a:srgbClr val="FFFF00"/>
                </a:solidFill>
              </a:rPr>
              <a:t> </a:t>
            </a:r>
            <a:r>
              <a:rPr lang="ja-JP" altLang="en-US" sz="900" dirty="0">
                <a:solidFill>
                  <a:srgbClr val="FFFF00"/>
                </a:solidFill>
              </a:rPr>
              <a:t>に対してその </a:t>
            </a:r>
            <a:r>
              <a:rPr lang="en-US" altLang="ja-JP" sz="900" dirty="0">
                <a:solidFill>
                  <a:srgbClr val="FFFF00"/>
                </a:solidFill>
              </a:rPr>
              <a:t>agent </a:t>
            </a:r>
            <a:r>
              <a:rPr lang="ja-JP" altLang="en-US" sz="900" dirty="0">
                <a:solidFill>
                  <a:srgbClr val="FFFF00"/>
                </a:solidFill>
              </a:rPr>
              <a:t>を呼び出させる</a:t>
            </a:r>
            <a:endParaRPr kumimoji="1" lang="ja-JP" altLang="en-US" sz="900" dirty="0">
              <a:solidFill>
                <a:srgbClr val="FFFF0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BECF207-77C5-6B9F-36DF-3A5A27D317F9}"/>
              </a:ext>
            </a:extLst>
          </p:cNvPr>
          <p:cNvSpPr/>
          <p:nvPr/>
        </p:nvSpPr>
        <p:spPr>
          <a:xfrm>
            <a:off x="7159431" y="5170730"/>
            <a:ext cx="1218581" cy="492443"/>
          </a:xfrm>
          <a:prstGeom prst="roundRect">
            <a:avLst/>
          </a:prstGeom>
          <a:solidFill>
            <a:schemeClr val="bg1">
              <a:lumMod val="10000"/>
              <a:lumOff val="90000"/>
            </a:schemeClr>
          </a:solidFill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</a:rPr>
              <a:t>CC agent</a:t>
            </a:r>
            <a:endParaRPr kumimoji="1" lang="ja-JP" altLang="en-US" sz="1400" dirty="0" err="1">
              <a:solidFill>
                <a:schemeClr val="bg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1AF5DA-E850-9C94-24D3-23A15BF7CA1D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 flipH="1">
            <a:off x="7768722" y="2420562"/>
            <a:ext cx="10246" cy="275016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F9EAB5C-0845-D203-E032-048599575FA7}"/>
              </a:ext>
            </a:extLst>
          </p:cNvPr>
          <p:cNvSpPr/>
          <p:nvPr/>
        </p:nvSpPr>
        <p:spPr>
          <a:xfrm>
            <a:off x="8782061" y="5170730"/>
            <a:ext cx="1218581" cy="492443"/>
          </a:xfrm>
          <a:prstGeom prst="roundRect">
            <a:avLst/>
          </a:prstGeom>
          <a:solidFill>
            <a:schemeClr val="bg1">
              <a:lumMod val="10000"/>
              <a:lumOff val="90000"/>
            </a:schemeClr>
          </a:solidFill>
          <a:ln w="158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400" dirty="0">
                <a:solidFill>
                  <a:schemeClr val="bg1"/>
                </a:solidFill>
              </a:rPr>
              <a:t>CC agent</a:t>
            </a:r>
            <a:endParaRPr kumimoji="1" lang="ja-JP" altLang="en-US" sz="1400" dirty="0" err="1">
              <a:solidFill>
                <a:schemeClr val="bg1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3D0295F-E05B-6BDE-4C8F-E0170C8B1047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>
            <a:off x="7778968" y="2420562"/>
            <a:ext cx="1612384" cy="275016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peech Bubble: Rectangle with Corners Rounded 34">
            <a:extLst>
              <a:ext uri="{FF2B5EF4-FFF2-40B4-BE49-F238E27FC236}">
                <a16:creationId xmlns:a16="http://schemas.microsoft.com/office/drawing/2014/main" id="{FB645FD6-DA20-A9EE-A0A4-D4C821282EEB}"/>
              </a:ext>
            </a:extLst>
          </p:cNvPr>
          <p:cNvSpPr/>
          <p:nvPr/>
        </p:nvSpPr>
        <p:spPr>
          <a:xfrm>
            <a:off x="8260452" y="6023860"/>
            <a:ext cx="2110769" cy="453938"/>
          </a:xfrm>
          <a:prstGeom prst="wedgeRoundRectCallout">
            <a:avLst>
              <a:gd name="adj1" fmla="val -56603"/>
              <a:gd name="adj2" fmla="val -146081"/>
              <a:gd name="adj3" fmla="val 16667"/>
            </a:avLst>
          </a:prstGeom>
          <a:solidFill>
            <a:schemeClr val="bg2">
              <a:lumMod val="75000"/>
              <a:alpha val="8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algn="ctr"/>
            <a:r>
              <a:rPr kumimoji="1" lang="en-US" altLang="ja-JP" sz="900" dirty="0" err="1">
                <a:solidFill>
                  <a:srgbClr val="FFFF00"/>
                </a:solidFill>
              </a:rPr>
              <a:t>WxC</a:t>
            </a:r>
            <a:r>
              <a:rPr kumimoji="1" lang="en-US" altLang="ja-JP" sz="900" dirty="0">
                <a:solidFill>
                  <a:srgbClr val="FFFF00"/>
                </a:solidFill>
              </a:rPr>
              <a:t> </a:t>
            </a:r>
            <a:r>
              <a:rPr kumimoji="1" lang="ja-JP" altLang="en-US" sz="900" dirty="0">
                <a:solidFill>
                  <a:srgbClr val="FFFF00"/>
                </a:solidFill>
              </a:rPr>
              <a:t>に登録されて、</a:t>
            </a:r>
            <a:r>
              <a:rPr kumimoji="1" lang="en-US" altLang="ja-JP" sz="900" dirty="0" err="1">
                <a:solidFill>
                  <a:srgbClr val="FFFF00"/>
                </a:solidFill>
              </a:rPr>
              <a:t>WxCC</a:t>
            </a:r>
            <a:r>
              <a:rPr kumimoji="1" lang="en-US" altLang="ja-JP" sz="900" dirty="0">
                <a:solidFill>
                  <a:srgbClr val="FFFF00"/>
                </a:solidFill>
              </a:rPr>
              <a:t> </a:t>
            </a:r>
            <a:r>
              <a:rPr kumimoji="1" lang="ja-JP" altLang="en-US" sz="900" dirty="0">
                <a:solidFill>
                  <a:srgbClr val="FFFF00"/>
                </a:solidFill>
              </a:rPr>
              <a:t>が定めたルールによって着信を受ける</a:t>
            </a:r>
          </a:p>
        </p:txBody>
      </p:sp>
    </p:spTree>
    <p:extLst>
      <p:ext uri="{BB962C8B-B14F-4D97-AF65-F5344CB8AC3E}">
        <p14:creationId xmlns:p14="http://schemas.microsoft.com/office/powerpoint/2010/main" val="168658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94C87-6CD0-7C09-6EE4-8C8AD704E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1E7E6EB-03C4-B84C-7C7B-4FD7D39A3338}"/>
              </a:ext>
            </a:extLst>
          </p:cNvPr>
          <p:cNvSpPr/>
          <p:nvPr/>
        </p:nvSpPr>
        <p:spPr>
          <a:xfrm>
            <a:off x="52388" y="38100"/>
            <a:ext cx="12077700" cy="6777038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  <a:ln w="15875">
            <a:solidFill>
              <a:schemeClr val="tx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kumimoji="1" lang="ja-JP" altLang="en-US" sz="1600" dirty="0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510A2-A229-B7A7-1B5B-BAE6B0AD7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WxCC</a:t>
            </a:r>
            <a:r>
              <a:rPr kumimoji="1" lang="en-US" altLang="ja-JP" dirty="0"/>
              <a:t> </a:t>
            </a:r>
            <a:r>
              <a:rPr kumimoji="1" lang="ja-JP" altLang="en-US" dirty="0"/>
              <a:t>の設定（</a:t>
            </a:r>
            <a:r>
              <a:rPr kumimoji="1" lang="en-US" altLang="ja-JP" dirty="0"/>
              <a:t>tips</a:t>
            </a:r>
            <a:r>
              <a:rPr kumimoji="1" lang="ja-JP" altLang="en-US" dirty="0"/>
              <a:t>的な）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19952-EFE3-AA6F-DEFF-19669912FEEE}"/>
              </a:ext>
            </a:extLst>
          </p:cNvPr>
          <p:cNvSpPr txBox="1"/>
          <p:nvPr/>
        </p:nvSpPr>
        <p:spPr>
          <a:xfrm>
            <a:off x="375385" y="996215"/>
            <a:ext cx="11816615" cy="764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概要によると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WxCC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セットアップガイドラインがあって、各タスクを完了すると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checked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になる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685800" lvl="1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＊ただし、「ユーザの同期」は自分で設定からやってもタスク完了にならず、ガイドラインのところからやればタスク完了になった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685800" lvl="1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ここのガイドラインは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のセットアップも兼ねているタスクがある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EA3E62-6C21-4D93-C859-0A959BCE2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85" y="2120481"/>
            <a:ext cx="7027354" cy="38312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7F315A-2E7E-F5F0-D1AA-15EC07D98F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38" t="8407" r="1524"/>
          <a:stretch>
            <a:fillRect/>
          </a:stretch>
        </p:blipFill>
        <p:spPr>
          <a:xfrm>
            <a:off x="3889062" y="2190416"/>
            <a:ext cx="6839996" cy="40133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FA883E-4871-16B1-EFED-489722271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074" y="2258575"/>
            <a:ext cx="4732076" cy="361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DE157-8CF0-F2D2-96FF-2148B05E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WxC</a:t>
            </a:r>
            <a:r>
              <a:rPr kumimoji="1" lang="en-US" altLang="ja-JP" dirty="0"/>
              <a:t> </a:t>
            </a:r>
            <a:r>
              <a:rPr kumimoji="1" lang="ja-JP" altLang="en-US" dirty="0"/>
              <a:t>の設定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F3544B-AAEF-56E9-C1E7-65FD57ABBF37}"/>
              </a:ext>
            </a:extLst>
          </p:cNvPr>
          <p:cNvSpPr txBox="1"/>
          <p:nvPr/>
        </p:nvSpPr>
        <p:spPr>
          <a:xfrm>
            <a:off x="375385" y="996215"/>
            <a:ext cx="11816615" cy="18261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CUCM </a:t>
            </a: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から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en-US" altLang="ja-JP" sz="1100" kern="1200" dirty="0" err="1">
                <a:solidFill>
                  <a:schemeClr val="bg1"/>
                </a:solidFill>
                <a:latin typeface="+mn-ea"/>
              </a:rPr>
              <a:t>WxC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に移行するときの前提条件</a:t>
            </a:r>
            <a:endParaRPr kumimoji="1" lang="en-US" altLang="ja-JP" sz="1100" kern="1200" dirty="0">
              <a:solidFill>
                <a:schemeClr val="bg1"/>
              </a:solidFill>
              <a:latin typeface="+mn-ea"/>
            </a:endParaRPr>
          </a:p>
          <a:p>
            <a:pPr marL="685800" lvl="1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FontTx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内線番号の長さ設定</a:t>
            </a:r>
          </a:p>
          <a:p>
            <a:pPr marL="685800" lvl="1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ロケーション追加して、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PSTN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登録する　＋　ロケーションルーティングプレフィックス（１．でグローバルで設定しているけどロケーション単位でも一応？）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685800" lvl="1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CUCM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から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BAT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ファイルをエクスポートする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685800" lvl="1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ユーザ同期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or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ディレクトリコネクタ　（ユーザ同期は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CUCM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から取得した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tar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ファイルを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CH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が取り込める形に変換して、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csv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形式でインポート　＊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jabber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の項目は必須）</a:t>
            </a:r>
            <a:br>
              <a:rPr lang="en-US" altLang="ja-JP" sz="1100" dirty="0">
                <a:solidFill>
                  <a:schemeClr val="bg1"/>
                </a:solidFill>
                <a:latin typeface="+mn-ea"/>
              </a:rPr>
            </a:b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右上図のように</a:t>
            </a:r>
            <a:r>
              <a:rPr lang="en-US" altLang="ja-JP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csv</a:t>
            </a: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ファイルで </a:t>
            </a:r>
            <a:r>
              <a:rPr lang="en-US" altLang="ja-JP" sz="1100" dirty="0" err="1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WxCC</a:t>
            </a:r>
            <a:r>
              <a:rPr lang="en-US" altLang="ja-JP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ja-JP" altLang="en-US" sz="1100" dirty="0">
                <a:solidFill>
                  <a:schemeClr val="bg1"/>
                </a:solidFill>
                <a:highlight>
                  <a:srgbClr val="FFFF00"/>
                </a:highlight>
                <a:latin typeface="+mn-ea"/>
              </a:rPr>
              <a:t>アカウントかどうか選択できるのかも？</a:t>
            </a:r>
            <a:endParaRPr lang="en-US" altLang="ja-JP" sz="1100" dirty="0">
              <a:solidFill>
                <a:schemeClr val="bg1"/>
              </a:solidFill>
              <a:highlight>
                <a:srgbClr val="FFFF00"/>
              </a:highlight>
              <a:latin typeface="+mn-ea"/>
            </a:endParaRPr>
          </a:p>
          <a:p>
            <a:pPr lvl="1"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⇒これで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CUCM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から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に移行のための事前準備完了！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0F1C12-C7A7-94BF-284B-F29E6E0C7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" y="2785746"/>
            <a:ext cx="4936281" cy="1799184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EC1F5D-652E-0371-5F28-4718F20A6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17" y="4622938"/>
            <a:ext cx="2014768" cy="1751663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A4BDFD-70FF-71DB-3AE1-A80D36090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067" y="4717597"/>
            <a:ext cx="3604482" cy="1726991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133FDB3-51B5-BE83-B2EC-87175D071B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279" y="2950279"/>
            <a:ext cx="4888517" cy="2756183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3EBAD02-E677-E31D-8093-23666A1248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7949" y="90230"/>
            <a:ext cx="4846308" cy="14007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DEB64CA-4419-C9C7-3442-242C857DF3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9416" y="90230"/>
            <a:ext cx="2116148" cy="113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724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29D23-B932-DE67-74A0-BD7960752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737E-D9E5-5685-0FDD-7A696691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WxC</a:t>
            </a:r>
            <a:r>
              <a:rPr lang="en-US" altLang="ja-JP" dirty="0"/>
              <a:t> </a:t>
            </a:r>
            <a:r>
              <a:rPr lang="ja-JP" altLang="en-US" dirty="0"/>
              <a:t>の設定</a:t>
            </a:r>
            <a:r>
              <a:rPr lang="ja-JP" altLang="en-US" dirty="0">
                <a:latin typeface="+mn-ea"/>
              </a:rPr>
              <a:t>（このタスクは不要かも？）</a:t>
            </a:r>
            <a:endParaRPr kumimoji="1" lang="ja-JP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212C6-4F76-209A-269E-39C31118DA92}"/>
              </a:ext>
            </a:extLst>
          </p:cNvPr>
          <p:cNvSpPr txBox="1"/>
          <p:nvPr/>
        </p:nvSpPr>
        <p:spPr>
          <a:xfrm>
            <a:off x="375385" y="996215"/>
            <a:ext cx="11816615" cy="466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CUCM </a:t>
            </a: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のデータを </a:t>
            </a:r>
            <a:r>
              <a:rPr kumimoji="1" lang="en-US" altLang="ja-JP" sz="1100" kern="1200" dirty="0">
                <a:solidFill>
                  <a:schemeClr val="bg1"/>
                </a:solidFill>
                <a:latin typeface="+mn-ea"/>
              </a:rPr>
              <a:t>CH </a:t>
            </a:r>
            <a:r>
              <a:rPr kumimoji="1" lang="ja-JP" altLang="en-US" sz="1100" kern="1200" dirty="0">
                <a:solidFill>
                  <a:schemeClr val="bg1"/>
                </a:solidFill>
                <a:latin typeface="+mn-ea"/>
              </a:rPr>
              <a:t>にインポート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CUCM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から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BAT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ファイルをエクスポート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685800" lvl="1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CUCM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から取得したファイルをアップロードして、新しいタスクを作成する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8B650C-D7F2-29D9-1ADF-49A6F704D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386" y="790589"/>
            <a:ext cx="5820229" cy="30768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85ED89-0E50-FDB7-494A-BE80983C2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1966154"/>
            <a:ext cx="2462893" cy="7753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598A5B-E442-3196-BDB8-2F3151890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85" y="2823713"/>
            <a:ext cx="2361293" cy="9725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4E860A9-F0F1-618A-C39E-BEEB300FF4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385" y="3867836"/>
            <a:ext cx="2361293" cy="105441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A51716A-C34C-7781-62E9-376CD0070B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385" y="5097474"/>
            <a:ext cx="2361293" cy="106493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2A45D57-BF58-4ABD-A044-553CDBD107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1181" y="1974077"/>
            <a:ext cx="2299448" cy="116341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4FEAD99-703C-0C6A-3741-D5249578D9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1182" y="3288937"/>
            <a:ext cx="2299448" cy="105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664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90E16-513E-0B8E-FC8A-F1B355E42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A5651-FB1D-D357-82ED-38DAD599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WxCC</a:t>
            </a:r>
            <a:r>
              <a:rPr kumimoji="1" lang="en-US" altLang="ja-JP" dirty="0"/>
              <a:t> </a:t>
            </a:r>
            <a:r>
              <a:rPr kumimoji="1" lang="ja-JP" altLang="en-US" dirty="0"/>
              <a:t>の設定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3A5FD-F838-9B20-3011-C51A24E7A2CB}"/>
              </a:ext>
            </a:extLst>
          </p:cNvPr>
          <p:cNvSpPr txBox="1"/>
          <p:nvPr/>
        </p:nvSpPr>
        <p:spPr>
          <a:xfrm>
            <a:off x="375385" y="996215"/>
            <a:ext cx="11816615" cy="25904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に取り込まれたユーザ（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Webex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ユーザ）を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WxCC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で使用するために同期して、タイムゾーンも設定する</a:t>
            </a:r>
            <a:br>
              <a:rPr lang="en-US" altLang="ja-JP" sz="1100" dirty="0">
                <a:solidFill>
                  <a:schemeClr val="bg1"/>
                </a:solidFill>
                <a:latin typeface="+mn-ea"/>
              </a:rPr>
            </a:b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＊間違えて「営業時間の追加」をしてしまった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エントリポイントとダイヤル番号（ルーティング先）を紐づけるためにチャネルを作成する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マルチメディアプロファイルを設定する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サイト作成して、マルチメディアプロファイルと紐づける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チーム作成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音声プロンプトアップロードする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顧客のコールの待機場所としてキューを設定する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⇒この一連の設定が、受信した問合せ・リクエストを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CC agent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につなぐためのルーティング設定</a:t>
            </a:r>
            <a:br>
              <a:rPr lang="en-US" altLang="ja-JP" sz="1100" dirty="0">
                <a:solidFill>
                  <a:schemeClr val="bg1"/>
                </a:solidFill>
                <a:latin typeface="+mn-ea"/>
              </a:rPr>
            </a:b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FBB958-8837-DB15-3D51-29891F1DF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879" y="2243081"/>
            <a:ext cx="2617234" cy="8742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501DAC-B06D-0CAD-E443-17433DB7F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513" y="135920"/>
            <a:ext cx="3657600" cy="194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3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FCFEF-4941-4E49-2894-01B01DCB6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86D8-3535-5F69-8F03-C5698E5C8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WxCC</a:t>
            </a:r>
            <a:r>
              <a:rPr kumimoji="1" lang="en-US" altLang="ja-JP" dirty="0"/>
              <a:t> </a:t>
            </a:r>
            <a:r>
              <a:rPr kumimoji="1" lang="ja-JP" altLang="en-US" dirty="0"/>
              <a:t>の設定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60B8C-82DB-7246-9D9C-E59D73A051DB}"/>
              </a:ext>
            </a:extLst>
          </p:cNvPr>
          <p:cNvSpPr txBox="1"/>
          <p:nvPr/>
        </p:nvSpPr>
        <p:spPr>
          <a:xfrm>
            <a:off x="375385" y="996215"/>
            <a:ext cx="11816615" cy="19543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スキル定義を作成する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スキル定義を基にスキルプロファイルを作成する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ユーザプロファイル（すでに作成されていたので特に追加はしていない）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デスクトッププロファイル（すでに作成されていたので特に追加はしていない）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デスクトップレイアウト（すでに作成されていたので特に追加はしていない）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コンタクトセンターユーザ（事前に同期してあったので、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ユーザが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WxCC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ユーザになっていた）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⇒この一連の設定が、ユーザ設定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DDD089-1B5F-269A-5F1D-464FA59C3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755" y="2500670"/>
            <a:ext cx="7204201" cy="258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636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B828F-2F06-3189-8CD6-DD9D24078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29812-532A-3F48-D294-EF7B0D73A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WxCC</a:t>
            </a:r>
            <a:r>
              <a:rPr kumimoji="1" lang="en-US" altLang="ja-JP" dirty="0"/>
              <a:t> </a:t>
            </a:r>
            <a:r>
              <a:rPr kumimoji="1" lang="ja-JP" altLang="en-US" dirty="0"/>
              <a:t>の設定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8E05B-14CB-862E-45D4-9AAC0271FE43}"/>
              </a:ext>
            </a:extLst>
          </p:cNvPr>
          <p:cNvSpPr txBox="1"/>
          <p:nvPr/>
        </p:nvSpPr>
        <p:spPr>
          <a:xfrm>
            <a:off x="375385" y="996215"/>
            <a:ext cx="1181661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その他の設定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30752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46E48-8B74-52F2-4BC8-354605DD8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参照リンク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A97B83-3E20-DBBC-D736-AA72DBBEF80B}"/>
              </a:ext>
            </a:extLst>
          </p:cNvPr>
          <p:cNvSpPr txBox="1"/>
          <p:nvPr/>
        </p:nvSpPr>
        <p:spPr>
          <a:xfrm>
            <a:off x="451757" y="923836"/>
            <a:ext cx="11416393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CUCM </a:t>
            </a:r>
            <a:r>
              <a:rPr lang="ja-JP" altLang="en-US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から </a:t>
            </a:r>
            <a:r>
              <a:rPr lang="en-US" altLang="ja-JP" sz="1600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WxC</a:t>
            </a: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 </a:t>
            </a:r>
            <a:r>
              <a:rPr lang="ja-JP" altLang="en-US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に移行</a:t>
            </a:r>
            <a:endParaRPr lang="en-US" altLang="ja-JP" sz="16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effectLst/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https://help.webex.com/ja-jp/article/x974bd/Unified-CM-%E3%83%87%E3%83%BC%E3%82%BF%E3%82%92-Webex-Calling-%E3%81%AB%E7%A7%BB%E8%A1%8C%E3%81%97%E3%81%BE%E3%81%99</a:t>
            </a: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effectLst/>
                <a:latin typeface="+mn-ea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 err="1">
                <a:solidFill>
                  <a:schemeClr val="bg2">
                    <a:lumMod val="50000"/>
                  </a:schemeClr>
                </a:solidFill>
                <a:effectLst/>
                <a:latin typeface="+mn-ea"/>
              </a:rPr>
              <a:t>WxCC</a:t>
            </a: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effectLst/>
                <a:latin typeface="+mn-ea"/>
              </a:rPr>
              <a:t> </a:t>
            </a:r>
            <a:r>
              <a:rPr lang="ja-JP" altLang="en-US" sz="1600" dirty="0">
                <a:solidFill>
                  <a:schemeClr val="bg2">
                    <a:lumMod val="50000"/>
                  </a:schemeClr>
                </a:solidFill>
                <a:effectLst/>
                <a:latin typeface="+mn-ea"/>
              </a:rPr>
              <a:t>セットアップ</a:t>
            </a:r>
            <a:endParaRPr lang="en-US" altLang="ja-JP" sz="1600" dirty="0">
              <a:solidFill>
                <a:schemeClr val="bg2">
                  <a:lumMod val="50000"/>
                </a:schemeClr>
              </a:solidFill>
              <a:effectLst/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  <a:hlinkClick r:id="rId3"/>
              </a:rPr>
              <a:t>https://help.webex.com/en-us/article/n5595zd/Webex-Contact-Center-Setup-and-Administration-Guide#topic_AE07686D17FFE29566B4B4742A199B39</a:t>
            </a: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 </a:t>
            </a:r>
            <a:endParaRPr lang="en-US" altLang="ja-JP" sz="1600" dirty="0">
              <a:solidFill>
                <a:schemeClr val="bg2">
                  <a:lumMod val="50000"/>
                </a:schemeClr>
              </a:solidFill>
              <a:effectLst/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 err="1">
                <a:solidFill>
                  <a:schemeClr val="bg2">
                    <a:lumMod val="50000"/>
                  </a:schemeClr>
                </a:solidFill>
                <a:effectLst/>
                <a:latin typeface="+mn-ea"/>
              </a:rPr>
              <a:t>WxCC</a:t>
            </a: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effectLst/>
                <a:latin typeface="+mn-ea"/>
              </a:rPr>
              <a:t> </a:t>
            </a:r>
            <a:r>
              <a:rPr lang="ja-JP" altLang="en-US" sz="1600" dirty="0">
                <a:solidFill>
                  <a:schemeClr val="bg2">
                    <a:lumMod val="50000"/>
                  </a:schemeClr>
                </a:solidFill>
                <a:effectLst/>
                <a:latin typeface="+mn-ea"/>
              </a:rPr>
              <a:t>アドミニストレーションガイド</a:t>
            </a:r>
            <a:endParaRPr lang="en-US" altLang="ja-JP" sz="1600" dirty="0">
              <a:solidFill>
                <a:schemeClr val="bg2">
                  <a:lumMod val="50000"/>
                </a:schemeClr>
              </a:solidFill>
              <a:effectLst/>
              <a:latin typeface="+mn-ea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ja-JP" sz="1600" dirty="0">
                <a:solidFill>
                  <a:schemeClr val="bg2">
                    <a:lumMod val="50000"/>
                  </a:schemeClr>
                </a:solidFill>
                <a:effectLst/>
                <a:latin typeface="+mn-e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https://www.cisco.com/c/ja_jp/td/docs/voice_ip_comm/cust_contact/contact_center/webexcc/SetupandAdministrationGuide_2/b_mp-release-2/wcc-flow-designer.html</a:t>
            </a:r>
            <a:endParaRPr lang="en-US" altLang="ja-JP" sz="16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chemeClr val="bg2">
                    <a:lumMod val="50000"/>
                  </a:schemeClr>
                </a:solidFill>
                <a:effectLst/>
                <a:latin typeface="+mn-ea"/>
              </a:rPr>
              <a:t>テナントのセットアップ</a:t>
            </a:r>
            <a:endParaRPr lang="en-US" altLang="ja-JP" sz="1600" dirty="0">
              <a:solidFill>
                <a:schemeClr val="bg2">
                  <a:lumMod val="50000"/>
                </a:schemeClr>
              </a:solidFill>
              <a:effectLst/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600" dirty="0">
                <a:solidFill>
                  <a:srgbClr val="07182D"/>
                </a:solidFill>
                <a:latin typeface="+mn-e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https://help.webex.com/ja-jp/article/ngc1xsy/Webex-Contact-Center-%E3%81%A7%E3%83%86%E3%83%8A%E3%83%B3%E3%83%88%E3%82%92%E3%82%BB%E3%83%83%E3%83%88%E3%82%A2%E3%83%83%</a:t>
            </a: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E3%83%97</a:t>
            </a: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WxCC</a:t>
            </a: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 </a:t>
            </a:r>
            <a:r>
              <a:rPr lang="ja-JP" altLang="en-US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用音声セットアップ</a:t>
            </a:r>
            <a:endParaRPr lang="en-US" altLang="ja-JP" sz="16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  <a:hlinkClick r:id="rId6"/>
              </a:rPr>
              <a:t>https://help.webex.com/ja-jp/article/gsmsaeb/Webex-Contact-Center-%E3%81%AE%E9%9F%B3%E5%A3%B0%E8%A8%AD%E5%AE%9A%E3%82%92%E3%82%BB%E3%83%83%E3%83%88%E3%82%A2%E3%83%83%E3%83%97%E3%81%97%E3%81%BE%E3%81%99</a:t>
            </a: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チャネルのセットアップ</a:t>
            </a:r>
            <a:endParaRPr lang="en-US" altLang="ja-JP" sz="16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  <a:hlinkClick r:id="rId7"/>
              </a:rPr>
              <a:t>https://help.webex.com/ja-jp/article/ewuay1/%E3%83%81%E3%83%A3%E3%83%B3%E3%83%8D%E3%83%AB%E3%82%92%E8%A8%AD%E5%AE%9A%E3%81%99%E3%82%8B</a:t>
            </a: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ラボガイド（おすすめ）</a:t>
            </a:r>
            <a:endParaRPr lang="en-US" altLang="ja-JP" sz="16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  <a:hlinkClick r:id="rId8"/>
              </a:rPr>
              <a:t>https://webexcc.github.io/pages/CH/#introduction-to-the-new-admin-experience</a:t>
            </a:r>
            <a:endParaRPr lang="ja-JP" altLang="en-US" sz="16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302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69487-0084-D352-482F-358D7BCE5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E5F0-6E73-7E35-5735-12011E5F9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参照リンク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283100-D17E-261D-E4B3-C86FF5C738E4}"/>
              </a:ext>
            </a:extLst>
          </p:cNvPr>
          <p:cNvSpPr txBox="1"/>
          <p:nvPr/>
        </p:nvSpPr>
        <p:spPr>
          <a:xfrm>
            <a:off x="451757" y="923836"/>
            <a:ext cx="114163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キューとルーティングについて</a:t>
            </a:r>
            <a:endParaRPr lang="en-US" altLang="ja-JP" sz="16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  <a:hlinkClick r:id="rId2"/>
              </a:rPr>
              <a:t>https://help.webex.com/en-us/article/155etl/Understand-Routing-and-Queueing-in-Webex-Contact-Center</a:t>
            </a: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 </a:t>
            </a:r>
            <a:r>
              <a:rPr lang="ja-JP" altLang="en-US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　</a:t>
            </a:r>
            <a:endParaRPr lang="en-US" altLang="ja-JP" sz="16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デスクトッププロファイル</a:t>
            </a:r>
            <a:endParaRPr lang="en-US" altLang="ja-JP" sz="1600" dirty="0">
              <a:solidFill>
                <a:schemeClr val="bg2">
                  <a:lumMod val="50000"/>
                </a:schemeClr>
              </a:solidFill>
              <a:latin typeface="+mn-ea"/>
              <a:hlinkClick r:id="rId3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  <a:hlinkClick r:id="rId3"/>
              </a:rPr>
              <a:t>https://help.webex.com/ja-jp/article/nvaf71f/%E3%83%87%E3%82%B9%E3%82%AF%E3%83%88%E3%83%83%E3%83%97-%E3%83%97%E3%83%AD%E3%83%95%E3%82%A1%E3%82%A4%E3%83%AB%E3%82%92%E7%AE%A1%E7%90%86%E3%81%99%E3%82%8B</a:t>
            </a: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アウトダイヤル</a:t>
            </a:r>
            <a:endParaRPr lang="en-US" altLang="ja-JP" sz="16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  <a:hlinkClick r:id="rId4"/>
              </a:rPr>
              <a:t>https://community.cisco.com/t5/contact-center/enabling-outdial-pstn-from-wxcc-desktop/td-p/5146040</a:t>
            </a:r>
            <a:r>
              <a:rPr lang="en-US" altLang="ja-JP" sz="16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 </a:t>
            </a:r>
            <a:endParaRPr lang="ja-JP" altLang="en-US" sz="16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7217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33143-BCEC-3329-06A2-DAE44A80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997A-2C26-F1BF-8195-2BF8FDD3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用語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3986D-8656-7943-25F4-635700A82B5D}"/>
              </a:ext>
            </a:extLst>
          </p:cNvPr>
          <p:cNvSpPr txBox="1"/>
          <p:nvPr/>
        </p:nvSpPr>
        <p:spPr>
          <a:xfrm>
            <a:off x="375385" y="996215"/>
            <a:ext cx="11816615" cy="10618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チャネルタイプ：チャット、メール、電話とかのどのタイプで顧客と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CC agent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をつなぐか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エントリポイント：顧客からの通話が初めて </a:t>
            </a:r>
            <a:r>
              <a:rPr lang="en-US" altLang="ja-JP" sz="1100" dirty="0" err="1">
                <a:solidFill>
                  <a:schemeClr val="bg1"/>
                </a:solidFill>
                <a:latin typeface="+mn-ea"/>
              </a:rPr>
              <a:t>WxCC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のシステムに到着する場所（インバウンドとアウトダイヤルがある、考え方は対比）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マルチメディアプロファイル：各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CC agent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ごとに対応できるメディアを設定する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  <a:p>
            <a:pPr marL="228600" indent="-228600" defTabSz="912276" fontAlgn="base">
              <a:spcAft>
                <a:spcPts val="1000"/>
              </a:spcAft>
              <a:buClr>
                <a:schemeClr val="bg1"/>
              </a:buClr>
              <a:buSzPct val="100000"/>
              <a:buAutoNum type="arabicPeriod"/>
            </a:pP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サービスレベル閾値：顧客の呼び出しに対して </a:t>
            </a:r>
            <a:r>
              <a:rPr lang="en-US" altLang="ja-JP" sz="1100" dirty="0">
                <a:solidFill>
                  <a:schemeClr val="bg1"/>
                </a:solidFill>
                <a:latin typeface="+mn-ea"/>
              </a:rPr>
              <a:t>CC agent </a:t>
            </a:r>
            <a:r>
              <a:rPr lang="ja-JP" altLang="en-US" sz="1100" dirty="0">
                <a:solidFill>
                  <a:schemeClr val="bg1"/>
                </a:solidFill>
                <a:latin typeface="+mn-ea"/>
              </a:rPr>
              <a:t>の待機時間がどれくらい許容されるか</a:t>
            </a:r>
            <a:endParaRPr lang="en-US" altLang="ja-JP" sz="11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0139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4E26D-D19C-8CA5-C561-08C5819E5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Secure Access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4051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84FBB-7B79-784E-3A32-96D367AF9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883FC4-1D2A-3A96-7E48-8AD23D83F5E3}"/>
              </a:ext>
            </a:extLst>
          </p:cNvPr>
          <p:cNvSpPr/>
          <p:nvPr/>
        </p:nvSpPr>
        <p:spPr>
          <a:xfrm>
            <a:off x="5410201" y="1959427"/>
            <a:ext cx="2454728" cy="35705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600">
                <a:solidFill>
                  <a:schemeClr val="bg1"/>
                </a:solidFill>
              </a:rPr>
              <a:t>CSA</a:t>
            </a:r>
            <a:endParaRPr kumimoji="1" lang="ja-JP" altLang="en-US" sz="1600" dirty="0" err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9FA72A-93B7-D578-D446-A33B6A612909}"/>
              </a:ext>
            </a:extLst>
          </p:cNvPr>
          <p:cNvSpPr/>
          <p:nvPr/>
        </p:nvSpPr>
        <p:spPr>
          <a:xfrm>
            <a:off x="734786" y="2803071"/>
            <a:ext cx="1083128" cy="56605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r>
              <a:rPr kumimoji="1" lang="en-US" altLang="ja-JP" sz="1600" dirty="0">
                <a:solidFill>
                  <a:schemeClr val="bg1"/>
                </a:solidFill>
              </a:rPr>
              <a:t>PC</a:t>
            </a:r>
            <a:endParaRPr kumimoji="1" lang="ja-JP" altLang="en-US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13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71D4-6621-E7A1-B994-6CA9A9A9E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8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isco Corporate Template 2017">
  <a:themeElements>
    <a:clrScheme name="Cisco White Template Colors_FINAL">
      <a:dk1>
        <a:srgbClr val="282828"/>
      </a:dk1>
      <a:lt1>
        <a:srgbClr val="005073"/>
      </a:lt1>
      <a:dk2>
        <a:srgbClr val="005073"/>
      </a:dk2>
      <a:lt2>
        <a:srgbClr val="FFFFFF"/>
      </a:lt2>
      <a:accent1>
        <a:srgbClr val="00BCEB"/>
      </a:accent1>
      <a:accent2>
        <a:srgbClr val="6EBE4A"/>
      </a:accent2>
      <a:accent3>
        <a:srgbClr val="005073"/>
      </a:accent3>
      <a:accent4>
        <a:srgbClr val="676767"/>
      </a:accent4>
      <a:accent5>
        <a:srgbClr val="FBAB18"/>
      </a:accent5>
      <a:accent6>
        <a:srgbClr val="E3241B"/>
      </a:accent6>
      <a:hlink>
        <a:srgbClr val="00BCEB"/>
      </a:hlink>
      <a:folHlink>
        <a:srgbClr val="00507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 Corporate Template 2017" id="{4845E6A6-85F1-DB49-97E1-4537810831AD}" vid="{40FDB6BA-0401-6F46-8606-816E6D771D96}"/>
    </a:ext>
  </a:extLst>
</a:theme>
</file>

<file path=ppt/theme/theme2.xml><?xml version="1.0" encoding="utf-8"?>
<a:theme xmlns:a="http://schemas.openxmlformats.org/drawingml/2006/main" name="Cisco Light 05-12-2025">
  <a:themeElements>
    <a:clrScheme name="Cisco Light 04-16-2025">
      <a:dk1>
        <a:srgbClr val="07182D"/>
      </a:dk1>
      <a:lt1>
        <a:srgbClr val="FFFFFF"/>
      </a:lt1>
      <a:dk2>
        <a:srgbClr val="525E6C"/>
      </a:dk2>
      <a:lt2>
        <a:srgbClr val="B4B9C0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07182D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lIns="182880" tIns="182880" rIns="182880" bIns="18288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_PowerPoint_Template_LIGHT_05-12-2025.pptx" id="{114B2952-8AAA-4E63-8C04-090B2C9256ED}" vid="{CF3E30BE-9D3F-45A6-99C1-A9C7E8466076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BAB8B76-38B1-8F48-B9E7-46850055DC13}">
  <we:reference id="01cd1c88-25e9-4daa-b0ef-32dc541ed811" version="2.0.0.0" store="EXCatalog" storeType="EXCatalog"/>
  <we:alternateReferences>
    <we:reference id="WA200000068" version="2.0.0.0" store="en-US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34888</TotalTime>
  <Words>3518</Words>
  <Application>Microsoft Office PowerPoint</Application>
  <PresentationFormat>Widescreen</PresentationFormat>
  <Paragraphs>507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游ゴシック</vt:lpstr>
      <vt:lpstr>Arial</vt:lpstr>
      <vt:lpstr>Calibri</vt:lpstr>
      <vt:lpstr>CiscoSansTT</vt:lpstr>
      <vt:lpstr>CiscoSansTT Medium</vt:lpstr>
      <vt:lpstr>Cisco Corporate Template 2017</vt:lpstr>
      <vt:lpstr>Cisco Light 05-12-2025</vt:lpstr>
      <vt:lpstr>MoD 2026</vt:lpstr>
      <vt:lpstr>WxC / WxCC</vt:lpstr>
      <vt:lpstr>diagram</vt:lpstr>
      <vt:lpstr>diagram</vt:lpstr>
      <vt:lpstr>手順</vt:lpstr>
      <vt:lpstr>WxC WxCC 基本設定１</vt:lpstr>
      <vt:lpstr>WxC WxCC 基本設定２</vt:lpstr>
      <vt:lpstr>WxC WxCC 基本設定３</vt:lpstr>
      <vt:lpstr>WxC WxCC 基本設定４</vt:lpstr>
      <vt:lpstr>Config for WxC registration</vt:lpstr>
      <vt:lpstr>（LGWとWebexの登録用）</vt:lpstr>
      <vt:lpstr>（LGWとWebexの登録用）</vt:lpstr>
      <vt:lpstr>（LGWとWebexの登録用）</vt:lpstr>
      <vt:lpstr>（LGWとWebexの登録用）</vt:lpstr>
      <vt:lpstr>（LGWとWebexの登録用）</vt:lpstr>
      <vt:lpstr>（LGWとWebexの登録用）</vt:lpstr>
      <vt:lpstr>Config for a call</vt:lpstr>
      <vt:lpstr>WxC WxCC 基本設定８（LGWのdial-peer用）</vt:lpstr>
      <vt:lpstr>WxC WxCC 基本設定８（LGWのdial-peer用）</vt:lpstr>
      <vt:lpstr>WxC WxCC 基本設定８（LGWのdial-peer用）</vt:lpstr>
      <vt:lpstr>WxC WxCC 基本設定８（LGWのdial-peer用）</vt:lpstr>
      <vt:lpstr>WxC WxCC 基本設定８（LGWのdial-peer用）</vt:lpstr>
      <vt:lpstr>memo</vt:lpstr>
      <vt:lpstr>Lab diagram On-premise</vt:lpstr>
      <vt:lpstr>PowerPoint Presentation</vt:lpstr>
      <vt:lpstr>Lab diagram On-premise</vt:lpstr>
      <vt:lpstr>Lab diagram Cloud</vt:lpstr>
      <vt:lpstr>CUCM の設定</vt:lpstr>
      <vt:lpstr>UCCX の設定</vt:lpstr>
      <vt:lpstr>Lab diagram Cloud</vt:lpstr>
      <vt:lpstr>WxCC の設定（tips的な）</vt:lpstr>
      <vt:lpstr>WxC の設定</vt:lpstr>
      <vt:lpstr>WxC の設定（このタスクは不要かも？）</vt:lpstr>
      <vt:lpstr>WxCC の設定</vt:lpstr>
      <vt:lpstr>WxCC の設定</vt:lpstr>
      <vt:lpstr>WxCC の設定</vt:lpstr>
      <vt:lpstr>参照リンク</vt:lpstr>
      <vt:lpstr>参照リンク</vt:lpstr>
      <vt:lpstr>用語</vt:lpstr>
      <vt:lpstr>Secure Access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Kimie Ito (kimiito)</dc:creator>
  <cp:lastModifiedBy>Kimie Ito (kimiito)</cp:lastModifiedBy>
  <cp:revision>2</cp:revision>
  <dcterms:created xsi:type="dcterms:W3CDTF">2023-05-19T05:10:29Z</dcterms:created>
  <dcterms:modified xsi:type="dcterms:W3CDTF">2026-04-23T04:21:43Z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2024-06-18T02:40:44Z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bb207b5d-54b4-4e05-b179-70253a48bcdb</vt:lpwstr>
  </property>
  <property fmtid="{D5CDD505-2E9C-101B-9397-08002B2CF9AE}" pid="8" name="MSIP_Label_c8f49a32-fde3-48a5-9266-b5b0972a22dc_ContentBits">
    <vt:lpwstr>2</vt:lpwstr>
  </property>
  <property fmtid="{D5CDD505-2E9C-101B-9397-08002B2CF9AE}" pid="9" name="ClassificationContentMarkingFooterLocations">
    <vt:lpwstr>Office テーマ:8\Cisco Corporate Template 2017:3\1_Office テーマ:8</vt:lpwstr>
  </property>
  <property fmtid="{D5CDD505-2E9C-101B-9397-08002B2CF9AE}" pid="10" name="ClassificationContentMarkingFooterText">
    <vt:lpwstr>Cisco Confidential</vt:lpwstr>
  </property>
</Properties>
</file>