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modernComment_7FFFFFCB_B97EC990.xml" ContentType="application/vnd.ms-powerpoint.comments+xml"/>
  <Override PartName="/ppt/comments/modernComment_7FFFFFCC_94B45169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  <p:sldMasterId id="2147483704" r:id="rId2"/>
  </p:sldMasterIdLst>
  <p:notesMasterIdLst>
    <p:notesMasterId r:id="rId46"/>
  </p:notesMasterIdLst>
  <p:sldIdLst>
    <p:sldId id="2147483579" r:id="rId3"/>
    <p:sldId id="2147483622" r:id="rId4"/>
    <p:sldId id="2147483597" r:id="rId5"/>
    <p:sldId id="2147483612" r:id="rId6"/>
    <p:sldId id="2147483616" r:id="rId7"/>
    <p:sldId id="2147483619" r:id="rId8"/>
    <p:sldId id="2147483600" r:id="rId9"/>
    <p:sldId id="2147483599" r:id="rId10"/>
    <p:sldId id="2147483601" r:id="rId11"/>
    <p:sldId id="2147483614" r:id="rId12"/>
    <p:sldId id="2147483615" r:id="rId13"/>
    <p:sldId id="2147483602" r:id="rId14"/>
    <p:sldId id="2147483603" r:id="rId15"/>
    <p:sldId id="2147483604" r:id="rId16"/>
    <p:sldId id="2147483605" r:id="rId17"/>
    <p:sldId id="2147483606" r:id="rId18"/>
    <p:sldId id="2147483607" r:id="rId19"/>
    <p:sldId id="2147483617" r:id="rId20"/>
    <p:sldId id="2147483608" r:id="rId21"/>
    <p:sldId id="2147483609" r:id="rId22"/>
    <p:sldId id="2147483610" r:id="rId23"/>
    <p:sldId id="2147483611" r:id="rId24"/>
    <p:sldId id="2147483613" r:id="rId25"/>
    <p:sldId id="2147483598" r:id="rId26"/>
    <p:sldId id="2147483581" r:id="rId27"/>
    <p:sldId id="2147483594" r:id="rId28"/>
    <p:sldId id="2147483595" r:id="rId29"/>
    <p:sldId id="2147483596" r:id="rId30"/>
    <p:sldId id="2147483589" r:id="rId31"/>
    <p:sldId id="2147483583" r:id="rId32"/>
    <p:sldId id="2147483582" r:id="rId33"/>
    <p:sldId id="2147483588" r:id="rId34"/>
    <p:sldId id="2147483586" r:id="rId35"/>
    <p:sldId id="2147483587" r:id="rId36"/>
    <p:sldId id="2147483590" r:id="rId37"/>
    <p:sldId id="2147483592" r:id="rId38"/>
    <p:sldId id="2147483593" r:id="rId39"/>
    <p:sldId id="2147483585" r:id="rId40"/>
    <p:sldId id="2147483618" r:id="rId41"/>
    <p:sldId id="2147483591" r:id="rId42"/>
    <p:sldId id="2147483620" r:id="rId43"/>
    <p:sldId id="2147483621" r:id="rId44"/>
    <p:sldId id="2147483580" r:id="rId4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597B56C-4345-447D-830B-815EC24F8283}">
          <p14:sldIdLst>
            <p14:sldId id="2147483579"/>
            <p14:sldId id="2147483622"/>
            <p14:sldId id="2147483597"/>
            <p14:sldId id="2147483612"/>
            <p14:sldId id="2147483616"/>
          </p14:sldIdLst>
        </p14:section>
        <p14:section name="手順" id="{D431BFCC-1E56-4B90-9B42-289CCD479265}">
          <p14:sldIdLst>
            <p14:sldId id="2147483619"/>
            <p14:sldId id="2147483600"/>
            <p14:sldId id="2147483599"/>
            <p14:sldId id="2147483601"/>
            <p14:sldId id="2147483614"/>
            <p14:sldId id="2147483615"/>
            <p14:sldId id="2147483602"/>
            <p14:sldId id="2147483603"/>
            <p14:sldId id="2147483604"/>
            <p14:sldId id="2147483605"/>
            <p14:sldId id="2147483606"/>
            <p14:sldId id="2147483607"/>
            <p14:sldId id="2147483617"/>
            <p14:sldId id="2147483608"/>
            <p14:sldId id="2147483609"/>
            <p14:sldId id="2147483610"/>
            <p14:sldId id="2147483611"/>
            <p14:sldId id="2147483613"/>
          </p14:sldIdLst>
        </p14:section>
        <p14:section name="メモ" id="{1D632381-B334-44AF-AE32-6BA5F63E86D7}">
          <p14:sldIdLst>
            <p14:sldId id="2147483598"/>
            <p14:sldId id="2147483581"/>
            <p14:sldId id="2147483594"/>
            <p14:sldId id="2147483595"/>
            <p14:sldId id="2147483596"/>
            <p14:sldId id="2147483589"/>
            <p14:sldId id="2147483583"/>
            <p14:sldId id="2147483582"/>
            <p14:sldId id="2147483588"/>
            <p14:sldId id="2147483586"/>
            <p14:sldId id="2147483587"/>
            <p14:sldId id="2147483590"/>
            <p14:sldId id="2147483592"/>
            <p14:sldId id="2147483593"/>
          </p14:sldIdLst>
        </p14:section>
        <p14:section name="参照" id="{40192F9C-2937-471A-A909-94BC11B38FDA}">
          <p14:sldIdLst>
            <p14:sldId id="2147483585"/>
            <p14:sldId id="2147483618"/>
            <p14:sldId id="2147483591"/>
          </p14:sldIdLst>
        </p14:section>
        <p14:section name="Secure Access" id="{43F1A470-711C-4012-AF3A-0052991A72A1}">
          <p14:sldIdLst>
            <p14:sldId id="2147483620"/>
            <p14:sldId id="2147483621"/>
            <p14:sldId id="21474835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E5DBFFA-FBEE-8A59-E70D-8C263AC2D77D}" name="Kimie Ito (kimiito)" initials="KI(" userId="S::kimiito@cisco.com::8234d24d-6ebd-4a8b-a251-27bf1cd0618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F4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6CCC35-6B2C-4189-88F5-16E5A413A0E0}" v="6" dt="2026-04-24T09:44:34.9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85" autoAdjust="0"/>
    <p:restoredTop sz="96247" autoAdjust="0"/>
  </p:normalViewPr>
  <p:slideViewPr>
    <p:cSldViewPr snapToGrid="0">
      <p:cViewPr varScale="1">
        <p:scale>
          <a:sx n="56" d="100"/>
          <a:sy n="56" d="100"/>
        </p:scale>
        <p:origin x="648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microsoft.com/office/2018/10/relationships/authors" Target="author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microsoft.com/office/2016/11/relationships/changesInfo" Target="changesInfos/changesInfo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ie Ito (kimiito)" userId="8234d24d-6ebd-4a8b-a251-27bf1cd0618e" providerId="ADAL" clId="{B406599D-6F6F-4D5A-A0EB-084808BBD114}"/>
    <pc:docChg chg="undo custSel addSld modSld sldOrd addSection modSection">
      <pc:chgData name="Kimie Ito (kimiito)" userId="8234d24d-6ebd-4a8b-a251-27bf1cd0618e" providerId="ADAL" clId="{B406599D-6F6F-4D5A-A0EB-084808BBD114}" dt="2026-04-24T09:44:34.941" v="1194"/>
      <pc:docMkLst>
        <pc:docMk/>
      </pc:docMkLst>
      <pc:sldChg chg="modSp mod">
        <pc:chgData name="Kimie Ito (kimiito)" userId="8234d24d-6ebd-4a8b-a251-27bf1cd0618e" providerId="ADAL" clId="{B406599D-6F6F-4D5A-A0EB-084808BBD114}" dt="2026-04-23T04:20:06.549" v="1109" actId="20577"/>
        <pc:sldMkLst>
          <pc:docMk/>
          <pc:sldMk cId="1572937072" sldId="2147483579"/>
        </pc:sldMkLst>
        <pc:spChg chg="mod">
          <ac:chgData name="Kimie Ito (kimiito)" userId="8234d24d-6ebd-4a8b-a251-27bf1cd0618e" providerId="ADAL" clId="{B406599D-6F6F-4D5A-A0EB-084808BBD114}" dt="2026-04-23T04:20:06.549" v="1109" actId="20577"/>
          <ac:spMkLst>
            <pc:docMk/>
            <pc:sldMk cId="1572937072" sldId="2147483579"/>
            <ac:spMk id="2" creationId="{3C64212D-66B9-4769-40F0-DAC1BA7C0E04}"/>
          </ac:spMkLst>
        </pc:spChg>
      </pc:sldChg>
      <pc:sldChg chg="ord">
        <pc:chgData name="Kimie Ito (kimiito)" userId="8234d24d-6ebd-4a8b-a251-27bf1cd0618e" providerId="ADAL" clId="{B406599D-6F6F-4D5A-A0EB-084808BBD114}" dt="2026-04-23T04:21:07.280" v="1127"/>
        <pc:sldMkLst>
          <pc:docMk/>
          <pc:sldMk cId="1983782245" sldId="2147483580"/>
        </pc:sldMkLst>
      </pc:sldChg>
      <pc:sldChg chg="modSp mod">
        <pc:chgData name="Kimie Ito (kimiito)" userId="8234d24d-6ebd-4a8b-a251-27bf1cd0618e" providerId="ADAL" clId="{B406599D-6F6F-4D5A-A0EB-084808BBD114}" dt="2026-04-13T09:49:05.413" v="183" actId="20577"/>
        <pc:sldMkLst>
          <pc:docMk/>
          <pc:sldMk cId="3663020352" sldId="2147483585"/>
        </pc:sldMkLst>
        <pc:spChg chg="mod">
          <ac:chgData name="Kimie Ito (kimiito)" userId="8234d24d-6ebd-4a8b-a251-27bf1cd0618e" providerId="ADAL" clId="{B406599D-6F6F-4D5A-A0EB-084808BBD114}" dt="2026-04-13T09:49:05.413" v="183" actId="20577"/>
          <ac:spMkLst>
            <pc:docMk/>
            <pc:sldMk cId="3663020352" sldId="2147483585"/>
            <ac:spMk id="4" creationId="{69A97B83-3E20-DBBC-D736-AA72DBBEF80B}"/>
          </ac:spMkLst>
        </pc:spChg>
      </pc:sldChg>
      <pc:sldChg chg="ord">
        <pc:chgData name="Kimie Ito (kimiito)" userId="8234d24d-6ebd-4a8b-a251-27bf1cd0618e" providerId="ADAL" clId="{B406599D-6F6F-4D5A-A0EB-084808BBD114}" dt="2026-04-23T04:21:09.018" v="1129"/>
        <pc:sldMkLst>
          <pc:docMk/>
          <pc:sldMk cId="3401399483" sldId="2147483591"/>
        </pc:sldMkLst>
      </pc:sldChg>
      <pc:sldChg chg="addSp modSp mod">
        <pc:chgData name="Kimie Ito (kimiito)" userId="8234d24d-6ebd-4a8b-a251-27bf1cd0618e" providerId="ADAL" clId="{B406599D-6F6F-4D5A-A0EB-084808BBD114}" dt="2026-04-10T06:35:24.462" v="24"/>
        <pc:sldMkLst>
          <pc:docMk/>
          <pc:sldMk cId="3112094096" sldId="2147483595"/>
        </pc:sldMkLst>
        <pc:spChg chg="add mod">
          <ac:chgData name="Kimie Ito (kimiito)" userId="8234d24d-6ebd-4a8b-a251-27bf1cd0618e" providerId="ADAL" clId="{B406599D-6F6F-4D5A-A0EB-084808BBD114}" dt="2026-04-10T06:34:16.665" v="10" actId="1076"/>
          <ac:spMkLst>
            <pc:docMk/>
            <pc:sldMk cId="3112094096" sldId="2147483595"/>
            <ac:spMk id="7" creationId="{04F238FA-784D-78F0-3018-8978497E4B64}"/>
          </ac:spMkLst>
        </pc:spChg>
        <pc:spChg chg="add mod">
          <ac:chgData name="Kimie Ito (kimiito)" userId="8234d24d-6ebd-4a8b-a251-27bf1cd0618e" providerId="ADAL" clId="{B406599D-6F6F-4D5A-A0EB-084808BBD114}" dt="2026-04-10T06:35:24.462" v="24"/>
          <ac:spMkLst>
            <pc:docMk/>
            <pc:sldMk cId="3112094096" sldId="2147483595"/>
            <ac:spMk id="14" creationId="{15F0864E-AE8D-CA7E-A0A1-6518AFA4A022}"/>
          </ac:spMkLst>
        </pc:spChg>
        <pc:spChg chg="mod">
          <ac:chgData name="Kimie Ito (kimiito)" userId="8234d24d-6ebd-4a8b-a251-27bf1cd0618e" providerId="ADAL" clId="{B406599D-6F6F-4D5A-A0EB-084808BBD114}" dt="2026-04-10T06:31:37.184" v="2" actId="207"/>
          <ac:spMkLst>
            <pc:docMk/>
            <pc:sldMk cId="3112094096" sldId="2147483595"/>
            <ac:spMk id="39" creationId="{EA53568C-59CB-DBE2-0045-95C81EDE2995}"/>
          </ac:spMkLst>
        </pc:spChg>
        <pc:spChg chg="mod">
          <ac:chgData name="Kimie Ito (kimiito)" userId="8234d24d-6ebd-4a8b-a251-27bf1cd0618e" providerId="ADAL" clId="{B406599D-6F6F-4D5A-A0EB-084808BBD114}" dt="2026-04-10T06:27:15.795" v="1" actId="207"/>
          <ac:spMkLst>
            <pc:docMk/>
            <pc:sldMk cId="3112094096" sldId="2147483595"/>
            <ac:spMk id="58" creationId="{31CE65A1-5FBC-AFDD-67EF-DC50194C8438}"/>
          </ac:spMkLst>
        </pc:spChg>
        <pc:cxnChg chg="add mod">
          <ac:chgData name="Kimie Ito (kimiito)" userId="8234d24d-6ebd-4a8b-a251-27bf1cd0618e" providerId="ADAL" clId="{B406599D-6F6F-4D5A-A0EB-084808BBD114}" dt="2026-04-10T06:34:11.009" v="8" actId="692"/>
          <ac:cxnSpMkLst>
            <pc:docMk/>
            <pc:sldMk cId="3112094096" sldId="2147483595"/>
            <ac:cxnSpMk id="3" creationId="{EA7C5A0F-B933-91D1-6598-B21E7964031A}"/>
          </ac:cxnSpMkLst>
        </pc:cxnChg>
        <pc:cxnChg chg="add mod">
          <ac:chgData name="Kimie Ito (kimiito)" userId="8234d24d-6ebd-4a8b-a251-27bf1cd0618e" providerId="ADAL" clId="{B406599D-6F6F-4D5A-A0EB-084808BBD114}" dt="2026-04-10T06:35:04.985" v="13" actId="14100"/>
          <ac:cxnSpMkLst>
            <pc:docMk/>
            <pc:sldMk cId="3112094096" sldId="2147483595"/>
            <ac:cxnSpMk id="8" creationId="{BAA39E7B-08CB-14FE-7334-D79EECDDD68A}"/>
          </ac:cxnSpMkLst>
        </pc:cxnChg>
      </pc:sldChg>
      <pc:sldChg chg="modSp mod ord">
        <pc:chgData name="Kimie Ito (kimiito)" userId="8234d24d-6ebd-4a8b-a251-27bf1cd0618e" providerId="ADAL" clId="{B406599D-6F6F-4D5A-A0EB-084808BBD114}" dt="2026-04-23T04:20:17.723" v="1122" actId="20577"/>
        <pc:sldMkLst>
          <pc:docMk/>
          <pc:sldMk cId="752379629" sldId="2147483597"/>
        </pc:sldMkLst>
        <pc:spChg chg="mod">
          <ac:chgData name="Kimie Ito (kimiito)" userId="8234d24d-6ebd-4a8b-a251-27bf1cd0618e" providerId="ADAL" clId="{B406599D-6F6F-4D5A-A0EB-084808BBD114}" dt="2026-04-23T04:20:17.723" v="1122" actId="20577"/>
          <ac:spMkLst>
            <pc:docMk/>
            <pc:sldMk cId="752379629" sldId="2147483597"/>
            <ac:spMk id="6" creationId="{D10FF419-26CE-F339-E259-318D87F06B05}"/>
          </ac:spMkLst>
        </pc:spChg>
      </pc:sldChg>
      <pc:sldChg chg="addSp modSp mod">
        <pc:chgData name="Kimie Ito (kimiito)" userId="8234d24d-6ebd-4a8b-a251-27bf1cd0618e" providerId="ADAL" clId="{B406599D-6F6F-4D5A-A0EB-084808BBD114}" dt="2026-04-14T09:07:10.999" v="1092"/>
        <pc:sldMkLst>
          <pc:docMk/>
          <pc:sldMk cId="3234283662" sldId="2147483614"/>
        </pc:sldMkLst>
        <pc:spChg chg="mod">
          <ac:chgData name="Kimie Ito (kimiito)" userId="8234d24d-6ebd-4a8b-a251-27bf1cd0618e" providerId="ADAL" clId="{B406599D-6F6F-4D5A-A0EB-084808BBD114}" dt="2026-04-14T09:07:10.999" v="1092"/>
          <ac:spMkLst>
            <pc:docMk/>
            <pc:sldMk cId="3234283662" sldId="2147483614"/>
            <ac:spMk id="3" creationId="{1FDA1B84-1CE0-BB73-1F82-71FFCBE89794}"/>
          </ac:spMkLst>
        </pc:spChg>
      </pc:sldChg>
      <pc:sldChg chg="modSp add mod">
        <pc:chgData name="Kimie Ito (kimiito)" userId="8234d24d-6ebd-4a8b-a251-27bf1cd0618e" providerId="ADAL" clId="{B406599D-6F6F-4D5A-A0EB-084808BBD114}" dt="2026-04-14T09:05:16.339" v="778" actId="14"/>
        <pc:sldMkLst>
          <pc:docMk/>
          <pc:sldMk cId="1372177685" sldId="2147483618"/>
        </pc:sldMkLst>
        <pc:spChg chg="mod">
          <ac:chgData name="Kimie Ito (kimiito)" userId="8234d24d-6ebd-4a8b-a251-27bf1cd0618e" providerId="ADAL" clId="{B406599D-6F6F-4D5A-A0EB-084808BBD114}" dt="2026-04-14T09:05:16.339" v="778" actId="14"/>
          <ac:spMkLst>
            <pc:docMk/>
            <pc:sldMk cId="1372177685" sldId="2147483618"/>
            <ac:spMk id="4" creationId="{C2283100-D17E-261D-E4B3-C86FF5C738E4}"/>
          </ac:spMkLst>
        </pc:spChg>
      </pc:sldChg>
      <pc:sldChg chg="add">
        <pc:chgData name="Kimie Ito (kimiito)" userId="8234d24d-6ebd-4a8b-a251-27bf1cd0618e" providerId="ADAL" clId="{B406599D-6F6F-4D5A-A0EB-084808BBD114}" dt="2026-04-23T04:20:11.547" v="1110"/>
        <pc:sldMkLst>
          <pc:docMk/>
          <pc:sldMk cId="416820216" sldId="2147483619"/>
        </pc:sldMkLst>
      </pc:sldChg>
      <pc:sldChg chg="modSp new mod ord">
        <pc:chgData name="Kimie Ito (kimiito)" userId="8234d24d-6ebd-4a8b-a251-27bf1cd0618e" providerId="ADAL" clId="{B406599D-6F6F-4D5A-A0EB-084808BBD114}" dt="2026-04-23T04:21:14.473" v="1142" actId="20577"/>
        <pc:sldMkLst>
          <pc:docMk/>
          <pc:sldMk cId="2940510738" sldId="2147483620"/>
        </pc:sldMkLst>
        <pc:spChg chg="mod">
          <ac:chgData name="Kimie Ito (kimiito)" userId="8234d24d-6ebd-4a8b-a251-27bf1cd0618e" providerId="ADAL" clId="{B406599D-6F6F-4D5A-A0EB-084808BBD114}" dt="2026-04-23T04:21:14.473" v="1142" actId="20577"/>
          <ac:spMkLst>
            <pc:docMk/>
            <pc:sldMk cId="2940510738" sldId="2147483620"/>
            <ac:spMk id="2" creationId="{1FD4E26D-D19C-8CA5-C561-08C5819E5E12}"/>
          </ac:spMkLst>
        </pc:spChg>
      </pc:sldChg>
      <pc:sldChg chg="addSp modSp new mod">
        <pc:chgData name="Kimie Ito (kimiito)" userId="8234d24d-6ebd-4a8b-a251-27bf1cd0618e" providerId="ADAL" clId="{B406599D-6F6F-4D5A-A0EB-084808BBD114}" dt="2026-04-23T04:21:41.711" v="1153" actId="20577"/>
        <pc:sldMkLst>
          <pc:docMk/>
          <pc:sldMk cId="693135566" sldId="2147483621"/>
        </pc:sldMkLst>
        <pc:spChg chg="add mod">
          <ac:chgData name="Kimie Ito (kimiito)" userId="8234d24d-6ebd-4a8b-a251-27bf1cd0618e" providerId="ADAL" clId="{B406599D-6F6F-4D5A-A0EB-084808BBD114}" dt="2026-04-23T04:21:41.711" v="1153" actId="20577"/>
          <ac:spMkLst>
            <pc:docMk/>
            <pc:sldMk cId="693135566" sldId="2147483621"/>
            <ac:spMk id="3" creationId="{B3883FC4-1D2A-3A96-7E48-8AD23D83F5E3}"/>
          </ac:spMkLst>
        </pc:spChg>
        <pc:spChg chg="add mod">
          <ac:chgData name="Kimie Ito (kimiito)" userId="8234d24d-6ebd-4a8b-a251-27bf1cd0618e" providerId="ADAL" clId="{B406599D-6F6F-4D5A-A0EB-084808BBD114}" dt="2026-04-23T04:21:35.052" v="1148"/>
          <ac:spMkLst>
            <pc:docMk/>
            <pc:sldMk cId="693135566" sldId="2147483621"/>
            <ac:spMk id="4" creationId="{639FA72A-93B7-D578-D446-A33B6A612909}"/>
          </ac:spMkLst>
        </pc:spChg>
      </pc:sldChg>
      <pc:sldChg chg="modSp new mod">
        <pc:chgData name="Kimie Ito (kimiito)" userId="8234d24d-6ebd-4a8b-a251-27bf1cd0618e" providerId="ADAL" clId="{B406599D-6F6F-4D5A-A0EB-084808BBD114}" dt="2026-04-24T09:44:34.941" v="1194"/>
        <pc:sldMkLst>
          <pc:docMk/>
          <pc:sldMk cId="3448728738" sldId="2147483622"/>
        </pc:sldMkLst>
        <pc:spChg chg="mod">
          <ac:chgData name="Kimie Ito (kimiito)" userId="8234d24d-6ebd-4a8b-a251-27bf1cd0618e" providerId="ADAL" clId="{B406599D-6F6F-4D5A-A0EB-084808BBD114}" dt="2026-04-24T09:44:34.941" v="1194"/>
          <ac:spMkLst>
            <pc:docMk/>
            <pc:sldMk cId="3448728738" sldId="2147483622"/>
            <ac:spMk id="2" creationId="{9C5E1E09-E974-87FA-C97D-FF51583A288F}"/>
          </ac:spMkLst>
        </pc:spChg>
        <pc:spChg chg="mod">
          <ac:chgData name="Kimie Ito (kimiito)" userId="8234d24d-6ebd-4a8b-a251-27bf1cd0618e" providerId="ADAL" clId="{B406599D-6F6F-4D5A-A0EB-084808BBD114}" dt="2026-04-24T09:44:28.904" v="1176"/>
          <ac:spMkLst>
            <pc:docMk/>
            <pc:sldMk cId="3448728738" sldId="2147483622"/>
            <ac:spMk id="3" creationId="{69DD89C5-519A-A528-D27C-C664BBF30158}"/>
          </ac:spMkLst>
        </pc:spChg>
      </pc:sldChg>
    </pc:docChg>
  </pc:docChgLst>
</pc:chgInfo>
</file>

<file path=ppt/comments/modernComment_7FFFFFCB_B97EC99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099E33-6C05-42D4-B7F4-4EBE7F46D8DC}" authorId="{8E5DBFFA-FBEE-8A59-E70D-8C263AC2D77D}" created="2026-03-27T09:36:40.79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112094096" sldId="2147483595"/>
      <ac:spMk id="39" creationId="{EA53568C-59CB-DBE2-0045-95C81EDE2995}"/>
    </ac:deMkLst>
    <p188:txBody>
      <a:bodyPr/>
      <a:lstStyle/>
      <a:p>
        <a:r>
          <a:rPr lang="ja-JP" altLang="en-US"/>
          <a:t>WxCC だと webex contact center agent desktop </a:t>
        </a:r>
      </a:p>
    </p188:txBody>
  </p188:cm>
</p188:cmLst>
</file>

<file path=ppt/comments/modernComment_7FFFFFCC_94B4516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FC0481F-4495-4F2C-9822-41BDDA2E240D}" authorId="{8E5DBFFA-FBEE-8A59-E70D-8C263AC2D77D}" created="2026-03-27T09:36:40.79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494845289" sldId="2147483596"/>
      <ac:spMk id="39" creationId="{ECA897A2-0487-2393-FF46-F1E6DC2A3D5B}"/>
    </ac:deMkLst>
    <p188:txBody>
      <a:bodyPr/>
      <a:lstStyle/>
      <a:p>
        <a:r>
          <a:rPr lang="ja-JP" altLang="en-US"/>
          <a:t>WxCC だと webex contact center agent desktop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FEBE95-FDD1-BB43-A50C-B5F5F376E2B0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097281-ACB8-F44C-BF6A-E6AF3231916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02168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タイトル スライド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5995" y="5142315"/>
            <a:ext cx="11061895" cy="384175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2400" b="0" i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 marL="4571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Speaker Name</a:t>
            </a:r>
            <a:endParaRPr lang="en-US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 hasCustomPrompt="1"/>
          </p:nvPr>
        </p:nvSpPr>
        <p:spPr>
          <a:xfrm>
            <a:off x="625995" y="5430226"/>
            <a:ext cx="11061895" cy="384175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2400" b="0" i="0" kern="1200" dirty="0" smtClean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Speaker Title</a:t>
            </a:r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 hasCustomPrompt="1"/>
          </p:nvPr>
        </p:nvSpPr>
        <p:spPr>
          <a:xfrm>
            <a:off x="625995" y="5798350"/>
            <a:ext cx="11061895" cy="384175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2400" b="0" i="0" kern="1200" dirty="0" smtClean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Date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17723" y="4058205"/>
            <a:ext cx="11070167" cy="398668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933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 marL="406365" indent="0">
              <a:buNone/>
              <a:defRPr/>
            </a:lvl2pPr>
            <a:lvl3pPr marL="569854" indent="0">
              <a:buNone/>
              <a:defRPr/>
            </a:lvl3pPr>
            <a:lvl4pPr marL="688908" indent="0">
              <a:buNone/>
              <a:defRPr/>
            </a:lvl4pPr>
            <a:lvl5pPr marL="801608" indent="0">
              <a:buNone/>
              <a:defRPr/>
            </a:lvl5pPr>
          </a:lstStyle>
          <a:p>
            <a:pPr lvl="0"/>
            <a:r>
              <a:rPr lang="en-GB"/>
              <a:t>Subtitle Goes Here</a:t>
            </a:r>
          </a:p>
        </p:txBody>
      </p:sp>
      <p:sp>
        <p:nvSpPr>
          <p:cNvPr id="20" name="Title 1"/>
          <p:cNvSpPr>
            <a:spLocks noGrp="1"/>
          </p:cNvSpPr>
          <p:nvPr>
            <p:ph type="ctrTitle" hasCustomPrompt="1"/>
          </p:nvPr>
        </p:nvSpPr>
        <p:spPr>
          <a:xfrm>
            <a:off x="567687" y="3296223"/>
            <a:ext cx="11120203" cy="85964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5333" b="0" i="0" spc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</a:lstStyle>
          <a:p>
            <a:r>
              <a:rPr lang="en-GB"/>
              <a:t>Presentation Title Goes Here</a:t>
            </a:r>
            <a:endParaRPr lang="en-US"/>
          </a:p>
        </p:txBody>
      </p:sp>
      <p:sp>
        <p:nvSpPr>
          <p:cNvPr id="6" name="Freeform 6"/>
          <p:cNvSpPr>
            <a:spLocks noChangeAspect="1" noEditPoints="1"/>
          </p:cNvSpPr>
          <p:nvPr/>
        </p:nvSpPr>
        <p:spPr bwMode="auto">
          <a:xfrm>
            <a:off x="625995" y="521745"/>
            <a:ext cx="1060704" cy="563500"/>
          </a:xfrm>
          <a:custGeom>
            <a:avLst/>
            <a:gdLst>
              <a:gd name="T0" fmla="*/ 2671 w 3456"/>
              <a:gd name="T1" fmla="*/ 1521 h 1834"/>
              <a:gd name="T2" fmla="*/ 2857 w 3456"/>
              <a:gd name="T3" fmla="*/ 1677 h 1834"/>
              <a:gd name="T4" fmla="*/ 2975 w 3456"/>
              <a:gd name="T5" fmla="*/ 1465 h 1834"/>
              <a:gd name="T6" fmla="*/ 1129 w 3456"/>
              <a:gd name="T7" fmla="*/ 1823 h 1834"/>
              <a:gd name="T8" fmla="*/ 3082 w 3456"/>
              <a:gd name="T9" fmla="*/ 1330 h 1834"/>
              <a:gd name="T10" fmla="*/ 3082 w 3456"/>
              <a:gd name="T11" fmla="*/ 1712 h 1834"/>
              <a:gd name="T12" fmla="*/ 2700 w 3456"/>
              <a:gd name="T13" fmla="*/ 1809 h 1834"/>
              <a:gd name="T14" fmla="*/ 2513 w 3456"/>
              <a:gd name="T15" fmla="*/ 1479 h 1834"/>
              <a:gd name="T16" fmla="*/ 2783 w 3456"/>
              <a:gd name="T17" fmla="*/ 1211 h 1834"/>
              <a:gd name="T18" fmla="*/ 2351 w 3456"/>
              <a:gd name="T19" fmla="*/ 1392 h 1834"/>
              <a:gd name="T20" fmla="*/ 2136 w 3456"/>
              <a:gd name="T21" fmla="*/ 1381 h 1834"/>
              <a:gd name="T22" fmla="*/ 2093 w 3456"/>
              <a:gd name="T23" fmla="*/ 1625 h 1834"/>
              <a:gd name="T24" fmla="*/ 2335 w 3456"/>
              <a:gd name="T25" fmla="*/ 1658 h 1834"/>
              <a:gd name="T26" fmla="*/ 2174 w 3456"/>
              <a:gd name="T27" fmla="*/ 1832 h 1834"/>
              <a:gd name="T28" fmla="*/ 1903 w 3456"/>
              <a:gd name="T29" fmla="*/ 1605 h 1834"/>
              <a:gd name="T30" fmla="*/ 2047 w 3456"/>
              <a:gd name="T31" fmla="*/ 1249 h 1834"/>
              <a:gd name="T32" fmla="*/ 748 w 3456"/>
              <a:gd name="T33" fmla="*/ 1223 h 1834"/>
              <a:gd name="T34" fmla="*/ 642 w 3456"/>
              <a:gd name="T35" fmla="*/ 1359 h 1834"/>
              <a:gd name="T36" fmla="*/ 479 w 3456"/>
              <a:gd name="T37" fmla="*/ 1550 h 1834"/>
              <a:gd name="T38" fmla="*/ 697 w 3456"/>
              <a:gd name="T39" fmla="*/ 1676 h 1834"/>
              <a:gd name="T40" fmla="*/ 692 w 3456"/>
              <a:gd name="T41" fmla="*/ 1830 h 1834"/>
              <a:gd name="T42" fmla="*/ 370 w 3456"/>
              <a:gd name="T43" fmla="*/ 1710 h 1834"/>
              <a:gd name="T44" fmla="*/ 375 w 3456"/>
              <a:gd name="T45" fmla="*/ 1326 h 1834"/>
              <a:gd name="T46" fmla="*/ 1610 w 3456"/>
              <a:gd name="T47" fmla="*/ 1211 h 1834"/>
              <a:gd name="T48" fmla="*/ 1679 w 3456"/>
              <a:gd name="T49" fmla="*/ 1350 h 1834"/>
              <a:gd name="T50" fmla="*/ 1494 w 3456"/>
              <a:gd name="T51" fmla="*/ 1373 h 1834"/>
              <a:gd name="T52" fmla="*/ 1634 w 3456"/>
              <a:gd name="T53" fmla="*/ 1470 h 1834"/>
              <a:gd name="T54" fmla="*/ 1737 w 3456"/>
              <a:gd name="T55" fmla="*/ 1694 h 1834"/>
              <a:gd name="T56" fmla="*/ 1524 w 3456"/>
              <a:gd name="T57" fmla="*/ 1833 h 1834"/>
              <a:gd name="T58" fmla="*/ 1334 w 3456"/>
              <a:gd name="T59" fmla="*/ 1678 h 1834"/>
              <a:gd name="T60" fmla="*/ 1552 w 3456"/>
              <a:gd name="T61" fmla="*/ 1690 h 1834"/>
              <a:gd name="T62" fmla="*/ 1520 w 3456"/>
              <a:gd name="T63" fmla="*/ 1584 h 1834"/>
              <a:gd name="T64" fmla="*/ 1350 w 3456"/>
              <a:gd name="T65" fmla="*/ 1473 h 1834"/>
              <a:gd name="T66" fmla="*/ 1446 w 3456"/>
              <a:gd name="T67" fmla="*/ 1227 h 1834"/>
              <a:gd name="T68" fmla="*/ 3456 w 3456"/>
              <a:gd name="T69" fmla="*/ 569 h 1834"/>
              <a:gd name="T70" fmla="*/ 3328 w 3456"/>
              <a:gd name="T71" fmla="*/ 780 h 1834"/>
              <a:gd name="T72" fmla="*/ 3381 w 3456"/>
              <a:gd name="T73" fmla="*/ 493 h 1834"/>
              <a:gd name="T74" fmla="*/ 1793 w 3456"/>
              <a:gd name="T75" fmla="*/ 766 h 1834"/>
              <a:gd name="T76" fmla="*/ 1653 w 3456"/>
              <a:gd name="T77" fmla="*/ 727 h 1834"/>
              <a:gd name="T78" fmla="*/ 113 w 3456"/>
              <a:gd name="T79" fmla="*/ 503 h 1834"/>
              <a:gd name="T80" fmla="*/ 95 w 3456"/>
              <a:gd name="T81" fmla="*/ 801 h 1834"/>
              <a:gd name="T82" fmla="*/ 10 w 3456"/>
              <a:gd name="T83" fmla="*/ 531 h 1834"/>
              <a:gd name="T84" fmla="*/ 3040 w 3456"/>
              <a:gd name="T85" fmla="*/ 340 h 1834"/>
              <a:gd name="T86" fmla="*/ 2929 w 3456"/>
              <a:gd name="T87" fmla="*/ 793 h 1834"/>
              <a:gd name="T88" fmla="*/ 2947 w 3456"/>
              <a:gd name="T89" fmla="*/ 287 h 1834"/>
              <a:gd name="T90" fmla="*/ 2214 w 3456"/>
              <a:gd name="T91" fmla="*/ 748 h 1834"/>
              <a:gd name="T92" fmla="*/ 2069 w 3456"/>
              <a:gd name="T93" fmla="*/ 748 h 1834"/>
              <a:gd name="T94" fmla="*/ 1335 w 3456"/>
              <a:gd name="T95" fmla="*/ 287 h 1834"/>
              <a:gd name="T96" fmla="*/ 1353 w 3456"/>
              <a:gd name="T97" fmla="*/ 793 h 1834"/>
              <a:gd name="T98" fmla="*/ 1242 w 3456"/>
              <a:gd name="T99" fmla="*/ 340 h 1834"/>
              <a:gd name="T100" fmla="*/ 553 w 3456"/>
              <a:gd name="T101" fmla="*/ 322 h 1834"/>
              <a:gd name="T102" fmla="*/ 468 w 3456"/>
              <a:gd name="T103" fmla="*/ 801 h 1834"/>
              <a:gd name="T104" fmla="*/ 450 w 3456"/>
              <a:gd name="T105" fmla="*/ 295 h 1834"/>
              <a:gd name="T106" fmla="*/ 2630 w 3456"/>
              <a:gd name="T107" fmla="*/ 879 h 1834"/>
              <a:gd name="T108" fmla="*/ 2490 w 3456"/>
              <a:gd name="T109" fmla="*/ 917 h 1834"/>
              <a:gd name="T110" fmla="*/ 902 w 3456"/>
              <a:gd name="T111" fmla="*/ 0 h 1834"/>
              <a:gd name="T112" fmla="*/ 955 w 3456"/>
              <a:gd name="T113" fmla="*/ 931 h 1834"/>
              <a:gd name="T114" fmla="*/ 826 w 3456"/>
              <a:gd name="T115" fmla="*/ 75 h 18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56" h="1834">
                <a:moveTo>
                  <a:pt x="2828" y="1362"/>
                </a:moveTo>
                <a:lnTo>
                  <a:pt x="2798" y="1364"/>
                </a:lnTo>
                <a:lnTo>
                  <a:pt x="2771" y="1371"/>
                </a:lnTo>
                <a:lnTo>
                  <a:pt x="2747" y="1384"/>
                </a:lnTo>
                <a:lnTo>
                  <a:pt x="2725" y="1400"/>
                </a:lnTo>
                <a:lnTo>
                  <a:pt x="2706" y="1419"/>
                </a:lnTo>
                <a:lnTo>
                  <a:pt x="2691" y="1441"/>
                </a:lnTo>
                <a:lnTo>
                  <a:pt x="2680" y="1465"/>
                </a:lnTo>
                <a:lnTo>
                  <a:pt x="2674" y="1492"/>
                </a:lnTo>
                <a:lnTo>
                  <a:pt x="2671" y="1521"/>
                </a:lnTo>
                <a:lnTo>
                  <a:pt x="2674" y="1549"/>
                </a:lnTo>
                <a:lnTo>
                  <a:pt x="2680" y="1577"/>
                </a:lnTo>
                <a:lnTo>
                  <a:pt x="2691" y="1601"/>
                </a:lnTo>
                <a:lnTo>
                  <a:pt x="2706" y="1623"/>
                </a:lnTo>
                <a:lnTo>
                  <a:pt x="2725" y="1642"/>
                </a:lnTo>
                <a:lnTo>
                  <a:pt x="2747" y="1658"/>
                </a:lnTo>
                <a:lnTo>
                  <a:pt x="2771" y="1669"/>
                </a:lnTo>
                <a:lnTo>
                  <a:pt x="2798" y="1677"/>
                </a:lnTo>
                <a:lnTo>
                  <a:pt x="2828" y="1680"/>
                </a:lnTo>
                <a:lnTo>
                  <a:pt x="2857" y="1677"/>
                </a:lnTo>
                <a:lnTo>
                  <a:pt x="2883" y="1669"/>
                </a:lnTo>
                <a:lnTo>
                  <a:pt x="2908" y="1658"/>
                </a:lnTo>
                <a:lnTo>
                  <a:pt x="2930" y="1642"/>
                </a:lnTo>
                <a:lnTo>
                  <a:pt x="2948" y="1623"/>
                </a:lnTo>
                <a:lnTo>
                  <a:pt x="2964" y="1601"/>
                </a:lnTo>
                <a:lnTo>
                  <a:pt x="2975" y="1577"/>
                </a:lnTo>
                <a:lnTo>
                  <a:pt x="2982" y="1549"/>
                </a:lnTo>
                <a:lnTo>
                  <a:pt x="2985" y="1521"/>
                </a:lnTo>
                <a:lnTo>
                  <a:pt x="2982" y="1492"/>
                </a:lnTo>
                <a:lnTo>
                  <a:pt x="2975" y="1465"/>
                </a:lnTo>
                <a:lnTo>
                  <a:pt x="2964" y="1441"/>
                </a:lnTo>
                <a:lnTo>
                  <a:pt x="2948" y="1419"/>
                </a:lnTo>
                <a:lnTo>
                  <a:pt x="2930" y="1400"/>
                </a:lnTo>
                <a:lnTo>
                  <a:pt x="2908" y="1384"/>
                </a:lnTo>
                <a:lnTo>
                  <a:pt x="2883" y="1371"/>
                </a:lnTo>
                <a:lnTo>
                  <a:pt x="2857" y="1364"/>
                </a:lnTo>
                <a:lnTo>
                  <a:pt x="2828" y="1362"/>
                </a:lnTo>
                <a:close/>
                <a:moveTo>
                  <a:pt x="977" y="1218"/>
                </a:moveTo>
                <a:lnTo>
                  <a:pt x="1129" y="1218"/>
                </a:lnTo>
                <a:lnTo>
                  <a:pt x="1129" y="1823"/>
                </a:lnTo>
                <a:lnTo>
                  <a:pt x="977" y="1823"/>
                </a:lnTo>
                <a:lnTo>
                  <a:pt x="977" y="1218"/>
                </a:lnTo>
                <a:close/>
                <a:moveTo>
                  <a:pt x="2828" y="1208"/>
                </a:moveTo>
                <a:lnTo>
                  <a:pt x="2873" y="1211"/>
                </a:lnTo>
                <a:lnTo>
                  <a:pt x="2916" y="1219"/>
                </a:lnTo>
                <a:lnTo>
                  <a:pt x="2955" y="1232"/>
                </a:lnTo>
                <a:lnTo>
                  <a:pt x="2992" y="1251"/>
                </a:lnTo>
                <a:lnTo>
                  <a:pt x="3026" y="1273"/>
                </a:lnTo>
                <a:lnTo>
                  <a:pt x="3056" y="1299"/>
                </a:lnTo>
                <a:lnTo>
                  <a:pt x="3082" y="1330"/>
                </a:lnTo>
                <a:lnTo>
                  <a:pt x="3104" y="1363"/>
                </a:lnTo>
                <a:lnTo>
                  <a:pt x="3121" y="1398"/>
                </a:lnTo>
                <a:lnTo>
                  <a:pt x="3134" y="1437"/>
                </a:lnTo>
                <a:lnTo>
                  <a:pt x="3142" y="1479"/>
                </a:lnTo>
                <a:lnTo>
                  <a:pt x="3145" y="1521"/>
                </a:lnTo>
                <a:lnTo>
                  <a:pt x="3142" y="1563"/>
                </a:lnTo>
                <a:lnTo>
                  <a:pt x="3134" y="1604"/>
                </a:lnTo>
                <a:lnTo>
                  <a:pt x="3121" y="1642"/>
                </a:lnTo>
                <a:lnTo>
                  <a:pt x="3104" y="1679"/>
                </a:lnTo>
                <a:lnTo>
                  <a:pt x="3082" y="1712"/>
                </a:lnTo>
                <a:lnTo>
                  <a:pt x="3056" y="1742"/>
                </a:lnTo>
                <a:lnTo>
                  <a:pt x="3026" y="1769"/>
                </a:lnTo>
                <a:lnTo>
                  <a:pt x="2992" y="1791"/>
                </a:lnTo>
                <a:lnTo>
                  <a:pt x="2955" y="1809"/>
                </a:lnTo>
                <a:lnTo>
                  <a:pt x="2916" y="1822"/>
                </a:lnTo>
                <a:lnTo>
                  <a:pt x="2873" y="1831"/>
                </a:lnTo>
                <a:lnTo>
                  <a:pt x="2828" y="1834"/>
                </a:lnTo>
                <a:lnTo>
                  <a:pt x="2783" y="1831"/>
                </a:lnTo>
                <a:lnTo>
                  <a:pt x="2740" y="1822"/>
                </a:lnTo>
                <a:lnTo>
                  <a:pt x="2700" y="1809"/>
                </a:lnTo>
                <a:lnTo>
                  <a:pt x="2663" y="1791"/>
                </a:lnTo>
                <a:lnTo>
                  <a:pt x="2630" y="1769"/>
                </a:lnTo>
                <a:lnTo>
                  <a:pt x="2599" y="1742"/>
                </a:lnTo>
                <a:lnTo>
                  <a:pt x="2573" y="1712"/>
                </a:lnTo>
                <a:lnTo>
                  <a:pt x="2551" y="1679"/>
                </a:lnTo>
                <a:lnTo>
                  <a:pt x="2534" y="1642"/>
                </a:lnTo>
                <a:lnTo>
                  <a:pt x="2521" y="1604"/>
                </a:lnTo>
                <a:lnTo>
                  <a:pt x="2513" y="1563"/>
                </a:lnTo>
                <a:lnTo>
                  <a:pt x="2510" y="1521"/>
                </a:lnTo>
                <a:lnTo>
                  <a:pt x="2513" y="1479"/>
                </a:lnTo>
                <a:lnTo>
                  <a:pt x="2521" y="1437"/>
                </a:lnTo>
                <a:lnTo>
                  <a:pt x="2534" y="1398"/>
                </a:lnTo>
                <a:lnTo>
                  <a:pt x="2551" y="1363"/>
                </a:lnTo>
                <a:lnTo>
                  <a:pt x="2573" y="1330"/>
                </a:lnTo>
                <a:lnTo>
                  <a:pt x="2599" y="1299"/>
                </a:lnTo>
                <a:lnTo>
                  <a:pt x="2630" y="1273"/>
                </a:lnTo>
                <a:lnTo>
                  <a:pt x="2663" y="1251"/>
                </a:lnTo>
                <a:lnTo>
                  <a:pt x="2700" y="1232"/>
                </a:lnTo>
                <a:lnTo>
                  <a:pt x="2740" y="1219"/>
                </a:lnTo>
                <a:lnTo>
                  <a:pt x="2783" y="1211"/>
                </a:lnTo>
                <a:lnTo>
                  <a:pt x="2828" y="1208"/>
                </a:lnTo>
                <a:close/>
                <a:moveTo>
                  <a:pt x="2213" y="1208"/>
                </a:moveTo>
                <a:lnTo>
                  <a:pt x="2242" y="1209"/>
                </a:lnTo>
                <a:lnTo>
                  <a:pt x="2268" y="1211"/>
                </a:lnTo>
                <a:lnTo>
                  <a:pt x="2292" y="1215"/>
                </a:lnTo>
                <a:lnTo>
                  <a:pt x="2312" y="1219"/>
                </a:lnTo>
                <a:lnTo>
                  <a:pt x="2329" y="1223"/>
                </a:lnTo>
                <a:lnTo>
                  <a:pt x="2343" y="1227"/>
                </a:lnTo>
                <a:lnTo>
                  <a:pt x="2351" y="1230"/>
                </a:lnTo>
                <a:lnTo>
                  <a:pt x="2351" y="1392"/>
                </a:lnTo>
                <a:lnTo>
                  <a:pt x="2346" y="1389"/>
                </a:lnTo>
                <a:lnTo>
                  <a:pt x="2335" y="1384"/>
                </a:lnTo>
                <a:lnTo>
                  <a:pt x="2321" y="1377"/>
                </a:lnTo>
                <a:lnTo>
                  <a:pt x="2302" y="1371"/>
                </a:lnTo>
                <a:lnTo>
                  <a:pt x="2279" y="1365"/>
                </a:lnTo>
                <a:lnTo>
                  <a:pt x="2253" y="1360"/>
                </a:lnTo>
                <a:lnTo>
                  <a:pt x="2223" y="1359"/>
                </a:lnTo>
                <a:lnTo>
                  <a:pt x="2192" y="1362"/>
                </a:lnTo>
                <a:lnTo>
                  <a:pt x="2163" y="1369"/>
                </a:lnTo>
                <a:lnTo>
                  <a:pt x="2136" y="1381"/>
                </a:lnTo>
                <a:lnTo>
                  <a:pt x="2113" y="1396"/>
                </a:lnTo>
                <a:lnTo>
                  <a:pt x="2095" y="1415"/>
                </a:lnTo>
                <a:lnTo>
                  <a:pt x="2079" y="1437"/>
                </a:lnTo>
                <a:lnTo>
                  <a:pt x="2067" y="1463"/>
                </a:lnTo>
                <a:lnTo>
                  <a:pt x="2060" y="1490"/>
                </a:lnTo>
                <a:lnTo>
                  <a:pt x="2058" y="1521"/>
                </a:lnTo>
                <a:lnTo>
                  <a:pt x="2060" y="1550"/>
                </a:lnTo>
                <a:lnTo>
                  <a:pt x="2066" y="1578"/>
                </a:lnTo>
                <a:lnTo>
                  <a:pt x="2078" y="1602"/>
                </a:lnTo>
                <a:lnTo>
                  <a:pt x="2093" y="1625"/>
                </a:lnTo>
                <a:lnTo>
                  <a:pt x="2112" y="1644"/>
                </a:lnTo>
                <a:lnTo>
                  <a:pt x="2135" y="1660"/>
                </a:lnTo>
                <a:lnTo>
                  <a:pt x="2162" y="1672"/>
                </a:lnTo>
                <a:lnTo>
                  <a:pt x="2191" y="1679"/>
                </a:lnTo>
                <a:lnTo>
                  <a:pt x="2223" y="1682"/>
                </a:lnTo>
                <a:lnTo>
                  <a:pt x="2253" y="1680"/>
                </a:lnTo>
                <a:lnTo>
                  <a:pt x="2279" y="1676"/>
                </a:lnTo>
                <a:lnTo>
                  <a:pt x="2301" y="1671"/>
                </a:lnTo>
                <a:lnTo>
                  <a:pt x="2321" y="1664"/>
                </a:lnTo>
                <a:lnTo>
                  <a:pt x="2335" y="1658"/>
                </a:lnTo>
                <a:lnTo>
                  <a:pt x="2346" y="1653"/>
                </a:lnTo>
                <a:lnTo>
                  <a:pt x="2351" y="1649"/>
                </a:lnTo>
                <a:lnTo>
                  <a:pt x="2351" y="1812"/>
                </a:lnTo>
                <a:lnTo>
                  <a:pt x="2339" y="1816"/>
                </a:lnTo>
                <a:lnTo>
                  <a:pt x="2322" y="1820"/>
                </a:lnTo>
                <a:lnTo>
                  <a:pt x="2300" y="1826"/>
                </a:lnTo>
                <a:lnTo>
                  <a:pt x="2275" y="1830"/>
                </a:lnTo>
                <a:lnTo>
                  <a:pt x="2245" y="1833"/>
                </a:lnTo>
                <a:lnTo>
                  <a:pt x="2213" y="1834"/>
                </a:lnTo>
                <a:lnTo>
                  <a:pt x="2174" y="1832"/>
                </a:lnTo>
                <a:lnTo>
                  <a:pt x="2136" y="1826"/>
                </a:lnTo>
                <a:lnTo>
                  <a:pt x="2100" y="1815"/>
                </a:lnTo>
                <a:lnTo>
                  <a:pt x="2065" y="1801"/>
                </a:lnTo>
                <a:lnTo>
                  <a:pt x="2033" y="1783"/>
                </a:lnTo>
                <a:lnTo>
                  <a:pt x="2002" y="1762"/>
                </a:lnTo>
                <a:lnTo>
                  <a:pt x="1975" y="1737"/>
                </a:lnTo>
                <a:lnTo>
                  <a:pt x="1952" y="1710"/>
                </a:lnTo>
                <a:lnTo>
                  <a:pt x="1931" y="1678"/>
                </a:lnTo>
                <a:lnTo>
                  <a:pt x="1915" y="1643"/>
                </a:lnTo>
                <a:lnTo>
                  <a:pt x="1903" y="1605"/>
                </a:lnTo>
                <a:lnTo>
                  <a:pt x="1896" y="1564"/>
                </a:lnTo>
                <a:lnTo>
                  <a:pt x="1892" y="1521"/>
                </a:lnTo>
                <a:lnTo>
                  <a:pt x="1896" y="1477"/>
                </a:lnTo>
                <a:lnTo>
                  <a:pt x="1904" y="1434"/>
                </a:lnTo>
                <a:lnTo>
                  <a:pt x="1917" y="1395"/>
                </a:lnTo>
                <a:lnTo>
                  <a:pt x="1934" y="1359"/>
                </a:lnTo>
                <a:lnTo>
                  <a:pt x="1957" y="1326"/>
                </a:lnTo>
                <a:lnTo>
                  <a:pt x="1984" y="1296"/>
                </a:lnTo>
                <a:lnTo>
                  <a:pt x="2014" y="1271"/>
                </a:lnTo>
                <a:lnTo>
                  <a:pt x="2047" y="1249"/>
                </a:lnTo>
                <a:lnTo>
                  <a:pt x="2085" y="1231"/>
                </a:lnTo>
                <a:lnTo>
                  <a:pt x="2125" y="1218"/>
                </a:lnTo>
                <a:lnTo>
                  <a:pt x="2168" y="1211"/>
                </a:lnTo>
                <a:lnTo>
                  <a:pt x="2213" y="1208"/>
                </a:lnTo>
                <a:close/>
                <a:moveTo>
                  <a:pt x="630" y="1208"/>
                </a:moveTo>
                <a:lnTo>
                  <a:pt x="660" y="1209"/>
                </a:lnTo>
                <a:lnTo>
                  <a:pt x="687" y="1211"/>
                </a:lnTo>
                <a:lnTo>
                  <a:pt x="711" y="1215"/>
                </a:lnTo>
                <a:lnTo>
                  <a:pt x="731" y="1219"/>
                </a:lnTo>
                <a:lnTo>
                  <a:pt x="748" y="1223"/>
                </a:lnTo>
                <a:lnTo>
                  <a:pt x="760" y="1227"/>
                </a:lnTo>
                <a:lnTo>
                  <a:pt x="769" y="1230"/>
                </a:lnTo>
                <a:lnTo>
                  <a:pt x="769" y="1392"/>
                </a:lnTo>
                <a:lnTo>
                  <a:pt x="763" y="1389"/>
                </a:lnTo>
                <a:lnTo>
                  <a:pt x="754" y="1384"/>
                </a:lnTo>
                <a:lnTo>
                  <a:pt x="739" y="1377"/>
                </a:lnTo>
                <a:lnTo>
                  <a:pt x="721" y="1371"/>
                </a:lnTo>
                <a:lnTo>
                  <a:pt x="697" y="1365"/>
                </a:lnTo>
                <a:lnTo>
                  <a:pt x="671" y="1360"/>
                </a:lnTo>
                <a:lnTo>
                  <a:pt x="642" y="1359"/>
                </a:lnTo>
                <a:lnTo>
                  <a:pt x="611" y="1362"/>
                </a:lnTo>
                <a:lnTo>
                  <a:pt x="581" y="1369"/>
                </a:lnTo>
                <a:lnTo>
                  <a:pt x="555" y="1381"/>
                </a:lnTo>
                <a:lnTo>
                  <a:pt x="532" y="1396"/>
                </a:lnTo>
                <a:lnTo>
                  <a:pt x="513" y="1415"/>
                </a:lnTo>
                <a:lnTo>
                  <a:pt x="497" y="1437"/>
                </a:lnTo>
                <a:lnTo>
                  <a:pt x="485" y="1463"/>
                </a:lnTo>
                <a:lnTo>
                  <a:pt x="479" y="1490"/>
                </a:lnTo>
                <a:lnTo>
                  <a:pt x="475" y="1521"/>
                </a:lnTo>
                <a:lnTo>
                  <a:pt x="479" y="1550"/>
                </a:lnTo>
                <a:lnTo>
                  <a:pt x="485" y="1578"/>
                </a:lnTo>
                <a:lnTo>
                  <a:pt x="496" y="1602"/>
                </a:lnTo>
                <a:lnTo>
                  <a:pt x="512" y="1625"/>
                </a:lnTo>
                <a:lnTo>
                  <a:pt x="531" y="1644"/>
                </a:lnTo>
                <a:lnTo>
                  <a:pt x="554" y="1660"/>
                </a:lnTo>
                <a:lnTo>
                  <a:pt x="580" y="1672"/>
                </a:lnTo>
                <a:lnTo>
                  <a:pt x="610" y="1679"/>
                </a:lnTo>
                <a:lnTo>
                  <a:pt x="642" y="1682"/>
                </a:lnTo>
                <a:lnTo>
                  <a:pt x="671" y="1680"/>
                </a:lnTo>
                <a:lnTo>
                  <a:pt x="697" y="1676"/>
                </a:lnTo>
                <a:lnTo>
                  <a:pt x="719" y="1671"/>
                </a:lnTo>
                <a:lnTo>
                  <a:pt x="738" y="1664"/>
                </a:lnTo>
                <a:lnTo>
                  <a:pt x="753" y="1658"/>
                </a:lnTo>
                <a:lnTo>
                  <a:pt x="763" y="1653"/>
                </a:lnTo>
                <a:lnTo>
                  <a:pt x="769" y="1649"/>
                </a:lnTo>
                <a:lnTo>
                  <a:pt x="769" y="1812"/>
                </a:lnTo>
                <a:lnTo>
                  <a:pt x="757" y="1816"/>
                </a:lnTo>
                <a:lnTo>
                  <a:pt x="740" y="1820"/>
                </a:lnTo>
                <a:lnTo>
                  <a:pt x="718" y="1826"/>
                </a:lnTo>
                <a:lnTo>
                  <a:pt x="692" y="1830"/>
                </a:lnTo>
                <a:lnTo>
                  <a:pt x="663" y="1833"/>
                </a:lnTo>
                <a:lnTo>
                  <a:pt x="630" y="1834"/>
                </a:lnTo>
                <a:lnTo>
                  <a:pt x="592" y="1832"/>
                </a:lnTo>
                <a:lnTo>
                  <a:pt x="554" y="1826"/>
                </a:lnTo>
                <a:lnTo>
                  <a:pt x="518" y="1815"/>
                </a:lnTo>
                <a:lnTo>
                  <a:pt x="484" y="1801"/>
                </a:lnTo>
                <a:lnTo>
                  <a:pt x="451" y="1783"/>
                </a:lnTo>
                <a:lnTo>
                  <a:pt x="421" y="1762"/>
                </a:lnTo>
                <a:lnTo>
                  <a:pt x="394" y="1737"/>
                </a:lnTo>
                <a:lnTo>
                  <a:pt x="370" y="1710"/>
                </a:lnTo>
                <a:lnTo>
                  <a:pt x="350" y="1678"/>
                </a:lnTo>
                <a:lnTo>
                  <a:pt x="333" y="1643"/>
                </a:lnTo>
                <a:lnTo>
                  <a:pt x="322" y="1605"/>
                </a:lnTo>
                <a:lnTo>
                  <a:pt x="314" y="1564"/>
                </a:lnTo>
                <a:lnTo>
                  <a:pt x="311" y="1521"/>
                </a:lnTo>
                <a:lnTo>
                  <a:pt x="314" y="1477"/>
                </a:lnTo>
                <a:lnTo>
                  <a:pt x="323" y="1434"/>
                </a:lnTo>
                <a:lnTo>
                  <a:pt x="335" y="1395"/>
                </a:lnTo>
                <a:lnTo>
                  <a:pt x="353" y="1359"/>
                </a:lnTo>
                <a:lnTo>
                  <a:pt x="375" y="1326"/>
                </a:lnTo>
                <a:lnTo>
                  <a:pt x="402" y="1296"/>
                </a:lnTo>
                <a:lnTo>
                  <a:pt x="433" y="1271"/>
                </a:lnTo>
                <a:lnTo>
                  <a:pt x="466" y="1249"/>
                </a:lnTo>
                <a:lnTo>
                  <a:pt x="503" y="1231"/>
                </a:lnTo>
                <a:lnTo>
                  <a:pt x="544" y="1218"/>
                </a:lnTo>
                <a:lnTo>
                  <a:pt x="585" y="1211"/>
                </a:lnTo>
                <a:lnTo>
                  <a:pt x="630" y="1208"/>
                </a:lnTo>
                <a:close/>
                <a:moveTo>
                  <a:pt x="1556" y="1208"/>
                </a:moveTo>
                <a:lnTo>
                  <a:pt x="1583" y="1209"/>
                </a:lnTo>
                <a:lnTo>
                  <a:pt x="1610" y="1211"/>
                </a:lnTo>
                <a:lnTo>
                  <a:pt x="1634" y="1213"/>
                </a:lnTo>
                <a:lnTo>
                  <a:pt x="1656" y="1217"/>
                </a:lnTo>
                <a:lnTo>
                  <a:pt x="1675" y="1220"/>
                </a:lnTo>
                <a:lnTo>
                  <a:pt x="1689" y="1223"/>
                </a:lnTo>
                <a:lnTo>
                  <a:pt x="1699" y="1226"/>
                </a:lnTo>
                <a:lnTo>
                  <a:pt x="1704" y="1227"/>
                </a:lnTo>
                <a:lnTo>
                  <a:pt x="1704" y="1356"/>
                </a:lnTo>
                <a:lnTo>
                  <a:pt x="1700" y="1355"/>
                </a:lnTo>
                <a:lnTo>
                  <a:pt x="1691" y="1353"/>
                </a:lnTo>
                <a:lnTo>
                  <a:pt x="1679" y="1350"/>
                </a:lnTo>
                <a:lnTo>
                  <a:pt x="1663" y="1347"/>
                </a:lnTo>
                <a:lnTo>
                  <a:pt x="1645" y="1343"/>
                </a:lnTo>
                <a:lnTo>
                  <a:pt x="1625" y="1340"/>
                </a:lnTo>
                <a:lnTo>
                  <a:pt x="1605" y="1338"/>
                </a:lnTo>
                <a:lnTo>
                  <a:pt x="1586" y="1337"/>
                </a:lnTo>
                <a:lnTo>
                  <a:pt x="1557" y="1339"/>
                </a:lnTo>
                <a:lnTo>
                  <a:pt x="1534" y="1344"/>
                </a:lnTo>
                <a:lnTo>
                  <a:pt x="1515" y="1351"/>
                </a:lnTo>
                <a:lnTo>
                  <a:pt x="1502" y="1362"/>
                </a:lnTo>
                <a:lnTo>
                  <a:pt x="1494" y="1373"/>
                </a:lnTo>
                <a:lnTo>
                  <a:pt x="1491" y="1387"/>
                </a:lnTo>
                <a:lnTo>
                  <a:pt x="1494" y="1402"/>
                </a:lnTo>
                <a:lnTo>
                  <a:pt x="1501" y="1413"/>
                </a:lnTo>
                <a:lnTo>
                  <a:pt x="1511" y="1423"/>
                </a:lnTo>
                <a:lnTo>
                  <a:pt x="1523" y="1430"/>
                </a:lnTo>
                <a:lnTo>
                  <a:pt x="1536" y="1436"/>
                </a:lnTo>
                <a:lnTo>
                  <a:pt x="1549" y="1441"/>
                </a:lnTo>
                <a:lnTo>
                  <a:pt x="1560" y="1445"/>
                </a:lnTo>
                <a:lnTo>
                  <a:pt x="1602" y="1458"/>
                </a:lnTo>
                <a:lnTo>
                  <a:pt x="1634" y="1470"/>
                </a:lnTo>
                <a:lnTo>
                  <a:pt x="1661" y="1484"/>
                </a:lnTo>
                <a:lnTo>
                  <a:pt x="1684" y="1501"/>
                </a:lnTo>
                <a:lnTo>
                  <a:pt x="1703" y="1519"/>
                </a:lnTo>
                <a:lnTo>
                  <a:pt x="1719" y="1539"/>
                </a:lnTo>
                <a:lnTo>
                  <a:pt x="1731" y="1560"/>
                </a:lnTo>
                <a:lnTo>
                  <a:pt x="1740" y="1583"/>
                </a:lnTo>
                <a:lnTo>
                  <a:pt x="1745" y="1606"/>
                </a:lnTo>
                <a:lnTo>
                  <a:pt x="1746" y="1630"/>
                </a:lnTo>
                <a:lnTo>
                  <a:pt x="1744" y="1664"/>
                </a:lnTo>
                <a:lnTo>
                  <a:pt x="1737" y="1694"/>
                </a:lnTo>
                <a:lnTo>
                  <a:pt x="1727" y="1720"/>
                </a:lnTo>
                <a:lnTo>
                  <a:pt x="1712" y="1744"/>
                </a:lnTo>
                <a:lnTo>
                  <a:pt x="1696" y="1764"/>
                </a:lnTo>
                <a:lnTo>
                  <a:pt x="1676" y="1781"/>
                </a:lnTo>
                <a:lnTo>
                  <a:pt x="1654" y="1796"/>
                </a:lnTo>
                <a:lnTo>
                  <a:pt x="1630" y="1809"/>
                </a:lnTo>
                <a:lnTo>
                  <a:pt x="1604" y="1818"/>
                </a:lnTo>
                <a:lnTo>
                  <a:pt x="1578" y="1826"/>
                </a:lnTo>
                <a:lnTo>
                  <a:pt x="1551" y="1830"/>
                </a:lnTo>
                <a:lnTo>
                  <a:pt x="1524" y="1833"/>
                </a:lnTo>
                <a:lnTo>
                  <a:pt x="1498" y="1834"/>
                </a:lnTo>
                <a:lnTo>
                  <a:pt x="1467" y="1833"/>
                </a:lnTo>
                <a:lnTo>
                  <a:pt x="1439" y="1832"/>
                </a:lnTo>
                <a:lnTo>
                  <a:pt x="1412" y="1829"/>
                </a:lnTo>
                <a:lnTo>
                  <a:pt x="1388" y="1827"/>
                </a:lnTo>
                <a:lnTo>
                  <a:pt x="1368" y="1823"/>
                </a:lnTo>
                <a:lnTo>
                  <a:pt x="1351" y="1820"/>
                </a:lnTo>
                <a:lnTo>
                  <a:pt x="1339" y="1818"/>
                </a:lnTo>
                <a:lnTo>
                  <a:pt x="1334" y="1817"/>
                </a:lnTo>
                <a:lnTo>
                  <a:pt x="1334" y="1678"/>
                </a:lnTo>
                <a:lnTo>
                  <a:pt x="1343" y="1680"/>
                </a:lnTo>
                <a:lnTo>
                  <a:pt x="1356" y="1684"/>
                </a:lnTo>
                <a:lnTo>
                  <a:pt x="1375" y="1688"/>
                </a:lnTo>
                <a:lnTo>
                  <a:pt x="1397" y="1693"/>
                </a:lnTo>
                <a:lnTo>
                  <a:pt x="1422" y="1697"/>
                </a:lnTo>
                <a:lnTo>
                  <a:pt x="1448" y="1700"/>
                </a:lnTo>
                <a:lnTo>
                  <a:pt x="1477" y="1701"/>
                </a:lnTo>
                <a:lnTo>
                  <a:pt x="1507" y="1699"/>
                </a:lnTo>
                <a:lnTo>
                  <a:pt x="1531" y="1696"/>
                </a:lnTo>
                <a:lnTo>
                  <a:pt x="1552" y="1690"/>
                </a:lnTo>
                <a:lnTo>
                  <a:pt x="1568" y="1681"/>
                </a:lnTo>
                <a:lnTo>
                  <a:pt x="1578" y="1671"/>
                </a:lnTo>
                <a:lnTo>
                  <a:pt x="1585" y="1658"/>
                </a:lnTo>
                <a:lnTo>
                  <a:pt x="1587" y="1644"/>
                </a:lnTo>
                <a:lnTo>
                  <a:pt x="1585" y="1629"/>
                </a:lnTo>
                <a:lnTo>
                  <a:pt x="1578" y="1618"/>
                </a:lnTo>
                <a:lnTo>
                  <a:pt x="1567" y="1607"/>
                </a:lnTo>
                <a:lnTo>
                  <a:pt x="1553" y="1598"/>
                </a:lnTo>
                <a:lnTo>
                  <a:pt x="1537" y="1590"/>
                </a:lnTo>
                <a:lnTo>
                  <a:pt x="1520" y="1584"/>
                </a:lnTo>
                <a:lnTo>
                  <a:pt x="1509" y="1581"/>
                </a:lnTo>
                <a:lnTo>
                  <a:pt x="1498" y="1577"/>
                </a:lnTo>
                <a:lnTo>
                  <a:pt x="1487" y="1574"/>
                </a:lnTo>
                <a:lnTo>
                  <a:pt x="1462" y="1565"/>
                </a:lnTo>
                <a:lnTo>
                  <a:pt x="1439" y="1555"/>
                </a:lnTo>
                <a:lnTo>
                  <a:pt x="1416" y="1542"/>
                </a:lnTo>
                <a:lnTo>
                  <a:pt x="1396" y="1528"/>
                </a:lnTo>
                <a:lnTo>
                  <a:pt x="1378" y="1512"/>
                </a:lnTo>
                <a:lnTo>
                  <a:pt x="1363" y="1494"/>
                </a:lnTo>
                <a:lnTo>
                  <a:pt x="1350" y="1473"/>
                </a:lnTo>
                <a:lnTo>
                  <a:pt x="1341" y="1451"/>
                </a:lnTo>
                <a:lnTo>
                  <a:pt x="1334" y="1425"/>
                </a:lnTo>
                <a:lnTo>
                  <a:pt x="1332" y="1396"/>
                </a:lnTo>
                <a:lnTo>
                  <a:pt x="1334" y="1364"/>
                </a:lnTo>
                <a:lnTo>
                  <a:pt x="1342" y="1333"/>
                </a:lnTo>
                <a:lnTo>
                  <a:pt x="1354" y="1306"/>
                </a:lnTo>
                <a:lnTo>
                  <a:pt x="1371" y="1281"/>
                </a:lnTo>
                <a:lnTo>
                  <a:pt x="1392" y="1259"/>
                </a:lnTo>
                <a:lnTo>
                  <a:pt x="1417" y="1241"/>
                </a:lnTo>
                <a:lnTo>
                  <a:pt x="1446" y="1227"/>
                </a:lnTo>
                <a:lnTo>
                  <a:pt x="1479" y="1216"/>
                </a:lnTo>
                <a:lnTo>
                  <a:pt x="1515" y="1210"/>
                </a:lnTo>
                <a:lnTo>
                  <a:pt x="1556" y="1208"/>
                </a:lnTo>
                <a:close/>
                <a:moveTo>
                  <a:pt x="3381" y="493"/>
                </a:moveTo>
                <a:lnTo>
                  <a:pt x="3400" y="496"/>
                </a:lnTo>
                <a:lnTo>
                  <a:pt x="3418" y="503"/>
                </a:lnTo>
                <a:lnTo>
                  <a:pt x="3434" y="515"/>
                </a:lnTo>
                <a:lnTo>
                  <a:pt x="3446" y="531"/>
                </a:lnTo>
                <a:lnTo>
                  <a:pt x="3453" y="548"/>
                </a:lnTo>
                <a:lnTo>
                  <a:pt x="3456" y="569"/>
                </a:lnTo>
                <a:lnTo>
                  <a:pt x="3456" y="727"/>
                </a:lnTo>
                <a:lnTo>
                  <a:pt x="3453" y="748"/>
                </a:lnTo>
                <a:lnTo>
                  <a:pt x="3446" y="766"/>
                </a:lnTo>
                <a:lnTo>
                  <a:pt x="3434" y="780"/>
                </a:lnTo>
                <a:lnTo>
                  <a:pt x="3418" y="793"/>
                </a:lnTo>
                <a:lnTo>
                  <a:pt x="3400" y="801"/>
                </a:lnTo>
                <a:lnTo>
                  <a:pt x="3381" y="803"/>
                </a:lnTo>
                <a:lnTo>
                  <a:pt x="3361" y="801"/>
                </a:lnTo>
                <a:lnTo>
                  <a:pt x="3343" y="793"/>
                </a:lnTo>
                <a:lnTo>
                  <a:pt x="3328" y="780"/>
                </a:lnTo>
                <a:lnTo>
                  <a:pt x="3316" y="766"/>
                </a:lnTo>
                <a:lnTo>
                  <a:pt x="3308" y="748"/>
                </a:lnTo>
                <a:lnTo>
                  <a:pt x="3306" y="727"/>
                </a:lnTo>
                <a:lnTo>
                  <a:pt x="3306" y="569"/>
                </a:lnTo>
                <a:lnTo>
                  <a:pt x="3308" y="548"/>
                </a:lnTo>
                <a:lnTo>
                  <a:pt x="3316" y="531"/>
                </a:lnTo>
                <a:lnTo>
                  <a:pt x="3328" y="515"/>
                </a:lnTo>
                <a:lnTo>
                  <a:pt x="3343" y="503"/>
                </a:lnTo>
                <a:lnTo>
                  <a:pt x="3361" y="496"/>
                </a:lnTo>
                <a:lnTo>
                  <a:pt x="3381" y="493"/>
                </a:lnTo>
                <a:close/>
                <a:moveTo>
                  <a:pt x="1728" y="493"/>
                </a:moveTo>
                <a:lnTo>
                  <a:pt x="1748" y="496"/>
                </a:lnTo>
                <a:lnTo>
                  <a:pt x="1766" y="503"/>
                </a:lnTo>
                <a:lnTo>
                  <a:pt x="1781" y="515"/>
                </a:lnTo>
                <a:lnTo>
                  <a:pt x="1793" y="531"/>
                </a:lnTo>
                <a:lnTo>
                  <a:pt x="1800" y="548"/>
                </a:lnTo>
                <a:lnTo>
                  <a:pt x="1803" y="569"/>
                </a:lnTo>
                <a:lnTo>
                  <a:pt x="1803" y="727"/>
                </a:lnTo>
                <a:lnTo>
                  <a:pt x="1800" y="748"/>
                </a:lnTo>
                <a:lnTo>
                  <a:pt x="1793" y="766"/>
                </a:lnTo>
                <a:lnTo>
                  <a:pt x="1781" y="780"/>
                </a:lnTo>
                <a:lnTo>
                  <a:pt x="1766" y="793"/>
                </a:lnTo>
                <a:lnTo>
                  <a:pt x="1748" y="801"/>
                </a:lnTo>
                <a:lnTo>
                  <a:pt x="1728" y="803"/>
                </a:lnTo>
                <a:lnTo>
                  <a:pt x="1708" y="801"/>
                </a:lnTo>
                <a:lnTo>
                  <a:pt x="1690" y="793"/>
                </a:lnTo>
                <a:lnTo>
                  <a:pt x="1675" y="780"/>
                </a:lnTo>
                <a:lnTo>
                  <a:pt x="1663" y="766"/>
                </a:lnTo>
                <a:lnTo>
                  <a:pt x="1656" y="748"/>
                </a:lnTo>
                <a:lnTo>
                  <a:pt x="1653" y="727"/>
                </a:lnTo>
                <a:lnTo>
                  <a:pt x="1653" y="569"/>
                </a:lnTo>
                <a:lnTo>
                  <a:pt x="1656" y="548"/>
                </a:lnTo>
                <a:lnTo>
                  <a:pt x="1663" y="531"/>
                </a:lnTo>
                <a:lnTo>
                  <a:pt x="1675" y="515"/>
                </a:lnTo>
                <a:lnTo>
                  <a:pt x="1690" y="503"/>
                </a:lnTo>
                <a:lnTo>
                  <a:pt x="1708" y="496"/>
                </a:lnTo>
                <a:lnTo>
                  <a:pt x="1728" y="493"/>
                </a:lnTo>
                <a:close/>
                <a:moveTo>
                  <a:pt x="75" y="493"/>
                </a:moveTo>
                <a:lnTo>
                  <a:pt x="95" y="496"/>
                </a:lnTo>
                <a:lnTo>
                  <a:pt x="113" y="503"/>
                </a:lnTo>
                <a:lnTo>
                  <a:pt x="129" y="515"/>
                </a:lnTo>
                <a:lnTo>
                  <a:pt x="140" y="531"/>
                </a:lnTo>
                <a:lnTo>
                  <a:pt x="148" y="548"/>
                </a:lnTo>
                <a:lnTo>
                  <a:pt x="151" y="569"/>
                </a:lnTo>
                <a:lnTo>
                  <a:pt x="151" y="727"/>
                </a:lnTo>
                <a:lnTo>
                  <a:pt x="148" y="748"/>
                </a:lnTo>
                <a:lnTo>
                  <a:pt x="140" y="766"/>
                </a:lnTo>
                <a:lnTo>
                  <a:pt x="129" y="780"/>
                </a:lnTo>
                <a:lnTo>
                  <a:pt x="113" y="793"/>
                </a:lnTo>
                <a:lnTo>
                  <a:pt x="95" y="801"/>
                </a:lnTo>
                <a:lnTo>
                  <a:pt x="75" y="803"/>
                </a:lnTo>
                <a:lnTo>
                  <a:pt x="56" y="801"/>
                </a:lnTo>
                <a:lnTo>
                  <a:pt x="38" y="793"/>
                </a:lnTo>
                <a:lnTo>
                  <a:pt x="22" y="780"/>
                </a:lnTo>
                <a:lnTo>
                  <a:pt x="10" y="766"/>
                </a:lnTo>
                <a:lnTo>
                  <a:pt x="3" y="748"/>
                </a:lnTo>
                <a:lnTo>
                  <a:pt x="0" y="727"/>
                </a:lnTo>
                <a:lnTo>
                  <a:pt x="0" y="569"/>
                </a:lnTo>
                <a:lnTo>
                  <a:pt x="3" y="548"/>
                </a:lnTo>
                <a:lnTo>
                  <a:pt x="10" y="531"/>
                </a:lnTo>
                <a:lnTo>
                  <a:pt x="22" y="515"/>
                </a:lnTo>
                <a:lnTo>
                  <a:pt x="38" y="503"/>
                </a:lnTo>
                <a:lnTo>
                  <a:pt x="56" y="496"/>
                </a:lnTo>
                <a:lnTo>
                  <a:pt x="75" y="493"/>
                </a:lnTo>
                <a:close/>
                <a:moveTo>
                  <a:pt x="2968" y="285"/>
                </a:moveTo>
                <a:lnTo>
                  <a:pt x="2988" y="287"/>
                </a:lnTo>
                <a:lnTo>
                  <a:pt x="3006" y="295"/>
                </a:lnTo>
                <a:lnTo>
                  <a:pt x="3021" y="307"/>
                </a:lnTo>
                <a:lnTo>
                  <a:pt x="3033" y="322"/>
                </a:lnTo>
                <a:lnTo>
                  <a:pt x="3040" y="340"/>
                </a:lnTo>
                <a:lnTo>
                  <a:pt x="3043" y="360"/>
                </a:lnTo>
                <a:lnTo>
                  <a:pt x="3043" y="727"/>
                </a:lnTo>
                <a:lnTo>
                  <a:pt x="3040" y="748"/>
                </a:lnTo>
                <a:lnTo>
                  <a:pt x="3033" y="766"/>
                </a:lnTo>
                <a:lnTo>
                  <a:pt x="3021" y="780"/>
                </a:lnTo>
                <a:lnTo>
                  <a:pt x="3006" y="793"/>
                </a:lnTo>
                <a:lnTo>
                  <a:pt x="2988" y="801"/>
                </a:lnTo>
                <a:lnTo>
                  <a:pt x="2968" y="803"/>
                </a:lnTo>
                <a:lnTo>
                  <a:pt x="2947" y="801"/>
                </a:lnTo>
                <a:lnTo>
                  <a:pt x="2929" y="793"/>
                </a:lnTo>
                <a:lnTo>
                  <a:pt x="2915" y="780"/>
                </a:lnTo>
                <a:lnTo>
                  <a:pt x="2903" y="766"/>
                </a:lnTo>
                <a:lnTo>
                  <a:pt x="2895" y="748"/>
                </a:lnTo>
                <a:lnTo>
                  <a:pt x="2893" y="727"/>
                </a:lnTo>
                <a:lnTo>
                  <a:pt x="2893" y="360"/>
                </a:lnTo>
                <a:lnTo>
                  <a:pt x="2895" y="340"/>
                </a:lnTo>
                <a:lnTo>
                  <a:pt x="2903" y="322"/>
                </a:lnTo>
                <a:lnTo>
                  <a:pt x="2915" y="307"/>
                </a:lnTo>
                <a:lnTo>
                  <a:pt x="2929" y="295"/>
                </a:lnTo>
                <a:lnTo>
                  <a:pt x="2947" y="287"/>
                </a:lnTo>
                <a:lnTo>
                  <a:pt x="2968" y="285"/>
                </a:lnTo>
                <a:close/>
                <a:moveTo>
                  <a:pt x="2142" y="285"/>
                </a:moveTo>
                <a:lnTo>
                  <a:pt x="2162" y="287"/>
                </a:lnTo>
                <a:lnTo>
                  <a:pt x="2179" y="295"/>
                </a:lnTo>
                <a:lnTo>
                  <a:pt x="2194" y="307"/>
                </a:lnTo>
                <a:lnTo>
                  <a:pt x="2207" y="322"/>
                </a:lnTo>
                <a:lnTo>
                  <a:pt x="2214" y="340"/>
                </a:lnTo>
                <a:lnTo>
                  <a:pt x="2216" y="360"/>
                </a:lnTo>
                <a:lnTo>
                  <a:pt x="2216" y="727"/>
                </a:lnTo>
                <a:lnTo>
                  <a:pt x="2214" y="748"/>
                </a:lnTo>
                <a:lnTo>
                  <a:pt x="2207" y="766"/>
                </a:lnTo>
                <a:lnTo>
                  <a:pt x="2194" y="780"/>
                </a:lnTo>
                <a:lnTo>
                  <a:pt x="2179" y="793"/>
                </a:lnTo>
                <a:lnTo>
                  <a:pt x="2162" y="801"/>
                </a:lnTo>
                <a:lnTo>
                  <a:pt x="2142" y="803"/>
                </a:lnTo>
                <a:lnTo>
                  <a:pt x="2122" y="801"/>
                </a:lnTo>
                <a:lnTo>
                  <a:pt x="2104" y="793"/>
                </a:lnTo>
                <a:lnTo>
                  <a:pt x="2088" y="780"/>
                </a:lnTo>
                <a:lnTo>
                  <a:pt x="2077" y="766"/>
                </a:lnTo>
                <a:lnTo>
                  <a:pt x="2069" y="748"/>
                </a:lnTo>
                <a:lnTo>
                  <a:pt x="2066" y="727"/>
                </a:lnTo>
                <a:lnTo>
                  <a:pt x="2066" y="360"/>
                </a:lnTo>
                <a:lnTo>
                  <a:pt x="2069" y="340"/>
                </a:lnTo>
                <a:lnTo>
                  <a:pt x="2077" y="322"/>
                </a:lnTo>
                <a:lnTo>
                  <a:pt x="2088" y="307"/>
                </a:lnTo>
                <a:lnTo>
                  <a:pt x="2104" y="295"/>
                </a:lnTo>
                <a:lnTo>
                  <a:pt x="2122" y="287"/>
                </a:lnTo>
                <a:lnTo>
                  <a:pt x="2142" y="285"/>
                </a:lnTo>
                <a:close/>
                <a:moveTo>
                  <a:pt x="1315" y="285"/>
                </a:moveTo>
                <a:lnTo>
                  <a:pt x="1335" y="287"/>
                </a:lnTo>
                <a:lnTo>
                  <a:pt x="1353" y="295"/>
                </a:lnTo>
                <a:lnTo>
                  <a:pt x="1368" y="307"/>
                </a:lnTo>
                <a:lnTo>
                  <a:pt x="1380" y="322"/>
                </a:lnTo>
                <a:lnTo>
                  <a:pt x="1388" y="340"/>
                </a:lnTo>
                <a:lnTo>
                  <a:pt x="1390" y="360"/>
                </a:lnTo>
                <a:lnTo>
                  <a:pt x="1390" y="727"/>
                </a:lnTo>
                <a:lnTo>
                  <a:pt x="1388" y="748"/>
                </a:lnTo>
                <a:lnTo>
                  <a:pt x="1380" y="766"/>
                </a:lnTo>
                <a:lnTo>
                  <a:pt x="1368" y="780"/>
                </a:lnTo>
                <a:lnTo>
                  <a:pt x="1353" y="793"/>
                </a:lnTo>
                <a:lnTo>
                  <a:pt x="1335" y="801"/>
                </a:lnTo>
                <a:lnTo>
                  <a:pt x="1315" y="803"/>
                </a:lnTo>
                <a:lnTo>
                  <a:pt x="1295" y="801"/>
                </a:lnTo>
                <a:lnTo>
                  <a:pt x="1277" y="793"/>
                </a:lnTo>
                <a:lnTo>
                  <a:pt x="1262" y="780"/>
                </a:lnTo>
                <a:lnTo>
                  <a:pt x="1250" y="766"/>
                </a:lnTo>
                <a:lnTo>
                  <a:pt x="1242" y="748"/>
                </a:lnTo>
                <a:lnTo>
                  <a:pt x="1240" y="727"/>
                </a:lnTo>
                <a:lnTo>
                  <a:pt x="1240" y="360"/>
                </a:lnTo>
                <a:lnTo>
                  <a:pt x="1242" y="340"/>
                </a:lnTo>
                <a:lnTo>
                  <a:pt x="1250" y="322"/>
                </a:lnTo>
                <a:lnTo>
                  <a:pt x="1262" y="307"/>
                </a:lnTo>
                <a:lnTo>
                  <a:pt x="1277" y="295"/>
                </a:lnTo>
                <a:lnTo>
                  <a:pt x="1295" y="287"/>
                </a:lnTo>
                <a:lnTo>
                  <a:pt x="1315" y="285"/>
                </a:lnTo>
                <a:close/>
                <a:moveTo>
                  <a:pt x="488" y="285"/>
                </a:moveTo>
                <a:lnTo>
                  <a:pt x="508" y="287"/>
                </a:lnTo>
                <a:lnTo>
                  <a:pt x="527" y="295"/>
                </a:lnTo>
                <a:lnTo>
                  <a:pt x="541" y="307"/>
                </a:lnTo>
                <a:lnTo>
                  <a:pt x="553" y="322"/>
                </a:lnTo>
                <a:lnTo>
                  <a:pt x="561" y="340"/>
                </a:lnTo>
                <a:lnTo>
                  <a:pt x="563" y="360"/>
                </a:lnTo>
                <a:lnTo>
                  <a:pt x="563" y="727"/>
                </a:lnTo>
                <a:lnTo>
                  <a:pt x="561" y="748"/>
                </a:lnTo>
                <a:lnTo>
                  <a:pt x="553" y="766"/>
                </a:lnTo>
                <a:lnTo>
                  <a:pt x="541" y="780"/>
                </a:lnTo>
                <a:lnTo>
                  <a:pt x="527" y="793"/>
                </a:lnTo>
                <a:lnTo>
                  <a:pt x="508" y="801"/>
                </a:lnTo>
                <a:lnTo>
                  <a:pt x="488" y="803"/>
                </a:lnTo>
                <a:lnTo>
                  <a:pt x="468" y="801"/>
                </a:lnTo>
                <a:lnTo>
                  <a:pt x="450" y="793"/>
                </a:lnTo>
                <a:lnTo>
                  <a:pt x="436" y="780"/>
                </a:lnTo>
                <a:lnTo>
                  <a:pt x="423" y="766"/>
                </a:lnTo>
                <a:lnTo>
                  <a:pt x="416" y="748"/>
                </a:lnTo>
                <a:lnTo>
                  <a:pt x="414" y="727"/>
                </a:lnTo>
                <a:lnTo>
                  <a:pt x="414" y="360"/>
                </a:lnTo>
                <a:lnTo>
                  <a:pt x="416" y="340"/>
                </a:lnTo>
                <a:lnTo>
                  <a:pt x="423" y="322"/>
                </a:lnTo>
                <a:lnTo>
                  <a:pt x="436" y="307"/>
                </a:lnTo>
                <a:lnTo>
                  <a:pt x="450" y="295"/>
                </a:lnTo>
                <a:lnTo>
                  <a:pt x="468" y="287"/>
                </a:lnTo>
                <a:lnTo>
                  <a:pt x="488" y="285"/>
                </a:lnTo>
                <a:close/>
                <a:moveTo>
                  <a:pt x="2555" y="0"/>
                </a:moveTo>
                <a:lnTo>
                  <a:pt x="2575" y="2"/>
                </a:lnTo>
                <a:lnTo>
                  <a:pt x="2593" y="10"/>
                </a:lnTo>
                <a:lnTo>
                  <a:pt x="2608" y="22"/>
                </a:lnTo>
                <a:lnTo>
                  <a:pt x="2619" y="37"/>
                </a:lnTo>
                <a:lnTo>
                  <a:pt x="2628" y="55"/>
                </a:lnTo>
                <a:lnTo>
                  <a:pt x="2630" y="75"/>
                </a:lnTo>
                <a:lnTo>
                  <a:pt x="2630" y="879"/>
                </a:lnTo>
                <a:lnTo>
                  <a:pt x="2628" y="899"/>
                </a:lnTo>
                <a:lnTo>
                  <a:pt x="2619" y="917"/>
                </a:lnTo>
                <a:lnTo>
                  <a:pt x="2608" y="931"/>
                </a:lnTo>
                <a:lnTo>
                  <a:pt x="2593" y="944"/>
                </a:lnTo>
                <a:lnTo>
                  <a:pt x="2575" y="951"/>
                </a:lnTo>
                <a:lnTo>
                  <a:pt x="2555" y="953"/>
                </a:lnTo>
                <a:lnTo>
                  <a:pt x="2535" y="951"/>
                </a:lnTo>
                <a:lnTo>
                  <a:pt x="2517" y="944"/>
                </a:lnTo>
                <a:lnTo>
                  <a:pt x="2502" y="931"/>
                </a:lnTo>
                <a:lnTo>
                  <a:pt x="2490" y="917"/>
                </a:lnTo>
                <a:lnTo>
                  <a:pt x="2483" y="899"/>
                </a:lnTo>
                <a:lnTo>
                  <a:pt x="2480" y="879"/>
                </a:lnTo>
                <a:lnTo>
                  <a:pt x="2480" y="75"/>
                </a:lnTo>
                <a:lnTo>
                  <a:pt x="2483" y="55"/>
                </a:lnTo>
                <a:lnTo>
                  <a:pt x="2490" y="37"/>
                </a:lnTo>
                <a:lnTo>
                  <a:pt x="2502" y="22"/>
                </a:lnTo>
                <a:lnTo>
                  <a:pt x="2517" y="10"/>
                </a:lnTo>
                <a:lnTo>
                  <a:pt x="2535" y="2"/>
                </a:lnTo>
                <a:lnTo>
                  <a:pt x="2555" y="0"/>
                </a:lnTo>
                <a:close/>
                <a:moveTo>
                  <a:pt x="902" y="0"/>
                </a:moveTo>
                <a:lnTo>
                  <a:pt x="922" y="2"/>
                </a:lnTo>
                <a:lnTo>
                  <a:pt x="939" y="10"/>
                </a:lnTo>
                <a:lnTo>
                  <a:pt x="955" y="22"/>
                </a:lnTo>
                <a:lnTo>
                  <a:pt x="967" y="37"/>
                </a:lnTo>
                <a:lnTo>
                  <a:pt x="974" y="55"/>
                </a:lnTo>
                <a:lnTo>
                  <a:pt x="977" y="75"/>
                </a:lnTo>
                <a:lnTo>
                  <a:pt x="977" y="879"/>
                </a:lnTo>
                <a:lnTo>
                  <a:pt x="974" y="899"/>
                </a:lnTo>
                <a:lnTo>
                  <a:pt x="967" y="917"/>
                </a:lnTo>
                <a:lnTo>
                  <a:pt x="955" y="931"/>
                </a:lnTo>
                <a:lnTo>
                  <a:pt x="939" y="944"/>
                </a:lnTo>
                <a:lnTo>
                  <a:pt x="922" y="951"/>
                </a:lnTo>
                <a:lnTo>
                  <a:pt x="902" y="953"/>
                </a:lnTo>
                <a:lnTo>
                  <a:pt x="882" y="951"/>
                </a:lnTo>
                <a:lnTo>
                  <a:pt x="864" y="944"/>
                </a:lnTo>
                <a:lnTo>
                  <a:pt x="848" y="931"/>
                </a:lnTo>
                <a:lnTo>
                  <a:pt x="837" y="917"/>
                </a:lnTo>
                <a:lnTo>
                  <a:pt x="829" y="899"/>
                </a:lnTo>
                <a:lnTo>
                  <a:pt x="826" y="879"/>
                </a:lnTo>
                <a:lnTo>
                  <a:pt x="826" y="75"/>
                </a:lnTo>
                <a:lnTo>
                  <a:pt x="829" y="55"/>
                </a:lnTo>
                <a:lnTo>
                  <a:pt x="837" y="37"/>
                </a:lnTo>
                <a:lnTo>
                  <a:pt x="848" y="22"/>
                </a:lnTo>
                <a:lnTo>
                  <a:pt x="864" y="10"/>
                </a:lnTo>
                <a:lnTo>
                  <a:pt x="882" y="2"/>
                </a:lnTo>
                <a:lnTo>
                  <a:pt x="902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716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55233" y="1220545"/>
            <a:ext cx="10130723" cy="3426595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6133" b="0" i="0" spc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Thin" charset="0"/>
              </a:defRPr>
            </a:lvl1pPr>
          </a:lstStyle>
          <a:p>
            <a:r>
              <a:rPr lang="en-GB"/>
              <a:t>Section Title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92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gu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55233" y="1220545"/>
            <a:ext cx="10130723" cy="3426595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6133" b="0" i="0" spc="0" baseline="0">
                <a:solidFill>
                  <a:schemeClr val="tx2"/>
                </a:solidFill>
                <a:latin typeface="+mj-lt"/>
                <a:ea typeface="CiscoSansTT Thin" charset="0"/>
                <a:cs typeface="CiscoSansTT Thin" charset="0"/>
              </a:defRPr>
            </a:lvl1pPr>
          </a:lstStyle>
          <a:p>
            <a:r>
              <a:rPr lang="en-GB"/>
              <a:t>Section Title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498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2"/>
              </a:solidFill>
            </a:endParaRP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24417" y="5221411"/>
            <a:ext cx="10389144" cy="465808"/>
          </a:xfrm>
          <a:prstGeom prst="rect">
            <a:avLst/>
          </a:prstGeom>
        </p:spPr>
        <p:txBody>
          <a:bodyPr wrap="square" lIns="91420" tIns="45710" rIns="91420" bIns="45710" anchor="b" anchorCtr="0">
            <a:noAutofit/>
          </a:bodyPr>
          <a:lstStyle>
            <a:lvl1pPr marL="0" indent="0" algn="l" defTabSz="804747">
              <a:lnSpc>
                <a:spcPct val="100000"/>
              </a:lnSpc>
              <a:spcBef>
                <a:spcPct val="50000"/>
              </a:spcBef>
              <a:buNone/>
              <a:defRPr sz="2933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 ExtraLight"/>
              </a:defRPr>
            </a:lvl1pPr>
            <a:lvl2pPr>
              <a:buFont typeface="Arial" pitchFamily="34" charset="0"/>
              <a:buNone/>
              <a:defRPr sz="1467"/>
            </a:lvl2pPr>
            <a:lvl3pPr>
              <a:buFont typeface="Arial" pitchFamily="34" charset="0"/>
              <a:buNone/>
              <a:defRPr sz="1467"/>
            </a:lvl3pPr>
            <a:lvl4pPr>
              <a:buFont typeface="Arial" pitchFamily="34" charset="0"/>
              <a:buNone/>
              <a:defRPr sz="1467"/>
            </a:lvl4pPr>
            <a:lvl5pPr>
              <a:buFont typeface="Arial" pitchFamily="34" charset="0"/>
              <a:buNone/>
              <a:defRPr sz="1467"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itle 1"/>
          <p:cNvSpPr>
            <a:spLocks noGrp="1"/>
          </p:cNvSpPr>
          <p:nvPr>
            <p:ph type="ctrTitle"/>
          </p:nvPr>
        </p:nvSpPr>
        <p:spPr>
          <a:xfrm>
            <a:off x="383897" y="2054069"/>
            <a:ext cx="10629664" cy="3038449"/>
          </a:xfrm>
          <a:prstGeom prst="rect">
            <a:avLst/>
          </a:prstGeom>
        </p:spPr>
        <p:txBody>
          <a:bodyPr>
            <a:noAutofit/>
          </a:bodyPr>
          <a:lstStyle>
            <a:lvl1pPr marL="244794" indent="-533277" algn="l">
              <a:lnSpc>
                <a:spcPct val="90000"/>
              </a:lnSpc>
              <a:defRPr sz="5333" b="0" i="1" spc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Meiryo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893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Quote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2"/>
              </a:solidFill>
            </a:endParaRPr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24417" y="5221411"/>
            <a:ext cx="10389144" cy="465808"/>
          </a:xfrm>
          <a:prstGeom prst="rect">
            <a:avLst/>
          </a:prstGeom>
        </p:spPr>
        <p:txBody>
          <a:bodyPr wrap="square" lIns="91420" tIns="45710" rIns="91420" bIns="45710" anchor="b" anchorCtr="0">
            <a:noAutofit/>
          </a:bodyPr>
          <a:lstStyle>
            <a:lvl1pPr marL="0" indent="0" algn="l" defTabSz="804747">
              <a:lnSpc>
                <a:spcPct val="100000"/>
              </a:lnSpc>
              <a:spcBef>
                <a:spcPct val="50000"/>
              </a:spcBef>
              <a:buNone/>
              <a:defRPr sz="2933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  <a:lvl2pPr>
              <a:buFont typeface="Arial" pitchFamily="34" charset="0"/>
              <a:buNone/>
              <a:defRPr sz="1467"/>
            </a:lvl2pPr>
            <a:lvl3pPr>
              <a:buFont typeface="Arial" pitchFamily="34" charset="0"/>
              <a:buNone/>
              <a:defRPr sz="1467"/>
            </a:lvl3pPr>
            <a:lvl4pPr>
              <a:buFont typeface="Arial" pitchFamily="34" charset="0"/>
              <a:buNone/>
              <a:defRPr sz="1467"/>
            </a:lvl4pPr>
            <a:lvl5pPr>
              <a:buFont typeface="Arial" pitchFamily="34" charset="0"/>
              <a:buNone/>
              <a:defRPr sz="1467"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itle 1"/>
          <p:cNvSpPr>
            <a:spLocks noGrp="1"/>
          </p:cNvSpPr>
          <p:nvPr>
            <p:ph type="ctrTitle"/>
          </p:nvPr>
        </p:nvSpPr>
        <p:spPr>
          <a:xfrm>
            <a:off x="383897" y="2054069"/>
            <a:ext cx="10629664" cy="3038449"/>
          </a:xfrm>
          <a:prstGeom prst="rect">
            <a:avLst/>
          </a:prstGeom>
        </p:spPr>
        <p:txBody>
          <a:bodyPr>
            <a:noAutofit/>
          </a:bodyPr>
          <a:lstStyle>
            <a:lvl1pPr marL="244794" indent="-533277" algn="l">
              <a:lnSpc>
                <a:spcPct val="90000"/>
              </a:lnSpc>
              <a:defRPr sz="5333" b="0" i="1" spc="0" baseline="0">
                <a:solidFill>
                  <a:schemeClr val="tx2"/>
                </a:solidFill>
                <a:latin typeface="+mj-ea"/>
                <a:ea typeface="+mj-ea"/>
                <a:cs typeface="Meiryo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97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Bleed Photo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vert="horz" lIns="91420" tIns="45710" rIns="91420" bIns="45710"/>
          <a:lstStyle>
            <a:lvl1pPr marL="0" indent="0" algn="ctr">
              <a:buNone/>
              <a:defRPr sz="2933" baseline="0">
                <a:solidFill>
                  <a:schemeClr val="tx1"/>
                </a:solidFill>
                <a:latin typeface="+mj-lt"/>
                <a:cs typeface="CiscoSans ExtraLight"/>
              </a:defRPr>
            </a:lvl1pPr>
          </a:lstStyle>
          <a:p>
            <a:pPr lvl="0"/>
            <a:r>
              <a:rPr lang="ja-JP" altLang="en-US" noProof="0"/>
              <a:t>プレースホルダーまでドラッグするかアイコンをクリックして図を追加</a:t>
            </a:r>
            <a:endParaRPr lang="en-US" noProof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1"/>
          </p:nvPr>
        </p:nvSpPr>
        <p:spPr bwMode="auto">
          <a:xfrm>
            <a:off x="666751" y="5222857"/>
            <a:ext cx="10852149" cy="684803"/>
          </a:xfrm>
          <a:prstGeom prst="rect">
            <a:avLst/>
          </a:prstGeom>
          <a:noFill/>
        </p:spPr>
        <p:txBody>
          <a:bodyPr wrap="square" lIns="182880" tIns="91440" rIns="182880" bIns="91440" numCol="1" anchor="ctr" anchorCtr="0" compatLnSpc="1">
            <a:prstTxWarp prst="textNoShape">
              <a:avLst/>
            </a:prstTxWarp>
            <a:spAutoFit/>
          </a:bodyPr>
          <a:lstStyle>
            <a:lvl1pPr marL="0" indent="0" algn="ctr">
              <a:lnSpc>
                <a:spcPts val="3867"/>
              </a:lnSpc>
              <a:spcBef>
                <a:spcPts val="0"/>
              </a:spcBef>
              <a:buNone/>
              <a:defRPr sz="3200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516946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lf Page Photo With 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1" y="2"/>
            <a:ext cx="12401551" cy="3790949"/>
          </a:xfrm>
          <a:prstGeom prst="rect">
            <a:avLst/>
          </a:prstGeom>
          <a:solidFill>
            <a:schemeClr val="bg2"/>
          </a:solidFill>
        </p:spPr>
        <p:txBody>
          <a:bodyPr vert="horz" lIns="91420" tIns="45710" rIns="91420" bIns="45710"/>
          <a:lstStyle>
            <a:lvl1pPr marL="0" indent="0" algn="ctr">
              <a:buNone/>
              <a:defRPr sz="2933" baseline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</a:lstStyle>
          <a:p>
            <a:pPr lvl="0"/>
            <a:r>
              <a:rPr lang="ja-JP" altLang="en-US" noProof="0"/>
              <a:t>プレースホルダーまでドラッグするかアイコンをクリックして図を追加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598380" y="4072691"/>
            <a:ext cx="11152315" cy="716158"/>
          </a:xfrm>
          <a:prstGeom prst="rect">
            <a:avLst/>
          </a:prstGeom>
        </p:spPr>
        <p:txBody>
          <a:bodyPr vert="horz" wrap="square">
            <a:spAutoFit/>
          </a:bodyPr>
          <a:lstStyle>
            <a:lvl1pPr marL="0" indent="0">
              <a:buNone/>
              <a:defRPr sz="4267" baseline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3781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blee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6464" cy="6858000"/>
          </a:xfrm>
          <a:prstGeom prst="rect">
            <a:avLst/>
          </a:prstGeom>
        </p:spPr>
        <p:txBody>
          <a:bodyPr vert="horz" lIns="91420" tIns="45710" rIns="91420" bIns="45710"/>
          <a:lstStyle>
            <a:lvl1pPr marL="0" indent="0" algn="ctr">
              <a:buNone/>
              <a:defRPr sz="2933" baseline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</a:lstStyle>
          <a:p>
            <a:pPr lvl="0"/>
            <a:r>
              <a:rPr lang="ja-JP" altLang="en-US" noProof="0"/>
              <a:t>プレースホルダーまでドラッグするかアイコンをクリックして図を追加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90614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Full bleed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24267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latin typeface="+mj-lt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ltGray">
          <a:xfrm>
            <a:off x="636906" y="6322204"/>
            <a:ext cx="4622389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0"/>
          </p:nvPr>
        </p:nvSpPr>
        <p:spPr>
          <a:xfrm>
            <a:off x="410683" y="320842"/>
            <a:ext cx="11307184" cy="5688861"/>
          </a:xfrm>
          <a:prstGeom prst="rect">
            <a:avLst/>
          </a:prstGeom>
          <a:solidFill>
            <a:schemeClr val="bg2"/>
          </a:solidFill>
        </p:spPr>
        <p:txBody>
          <a:bodyPr vert="horz" lIns="91424" tIns="45712" rIns="91424" bIns="45712"/>
          <a:lstStyle>
            <a:lvl1pPr marL="0" indent="0" algn="ctr">
              <a:buNone/>
              <a:defRPr sz="2000" baseline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</a:lstStyle>
          <a:p>
            <a:pPr lvl="0"/>
            <a:r>
              <a:rPr lang="ja-JP" altLang="en-US" noProof="0"/>
              <a:t>プレースホルダーまでドラッグするかアイコンをクリックして図を追加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81359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16401" y="1602317"/>
            <a:ext cx="11036459" cy="4519083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304792" indent="-228594">
              <a:lnSpc>
                <a:spcPct val="95000"/>
              </a:lnSpc>
              <a:spcBef>
                <a:spcPts val="1480"/>
              </a:spcBef>
              <a:buClr>
                <a:schemeClr val="tx1"/>
              </a:buClr>
              <a:buSzPct val="80000"/>
              <a:buFont typeface="Arial"/>
              <a:buChar char="•"/>
              <a:defRPr sz="2667" b="0" i="0">
                <a:solidFill>
                  <a:schemeClr val="tx1"/>
                </a:solidFill>
                <a:latin typeface="+mn-ea"/>
                <a:ea typeface="+mn-ea"/>
                <a:cs typeface="CiscoSansTT Thin" charset="0"/>
              </a:defRPr>
            </a:lvl1pPr>
            <a:lvl2pPr marL="609585" indent="-220128">
              <a:lnSpc>
                <a:spcPct val="95000"/>
              </a:lnSpc>
              <a:spcBef>
                <a:spcPts val="600"/>
              </a:spcBef>
              <a:buClr>
                <a:schemeClr val="tx1"/>
              </a:buClr>
              <a:buSzPct val="80000"/>
              <a:buFont typeface="Arial"/>
              <a:buChar char="•"/>
              <a:defRPr sz="2400" b="0" i="0">
                <a:solidFill>
                  <a:schemeClr val="tx1"/>
                </a:solidFill>
                <a:latin typeface="+mn-ea"/>
                <a:ea typeface="+mn-ea"/>
                <a:cs typeface="CiscoSansTT Thin" charset="0"/>
              </a:defRPr>
            </a:lvl2pPr>
            <a:lvl3pPr marL="914377" indent="-146047">
              <a:buClr>
                <a:schemeClr val="tx1"/>
              </a:buClr>
              <a:buSzPct val="80000"/>
              <a:buFont typeface="Arial"/>
              <a:buChar char="•"/>
              <a:defRPr sz="2133" b="0" i="0">
                <a:solidFill>
                  <a:schemeClr val="tx1"/>
                </a:solidFill>
                <a:latin typeface="+mn-ea"/>
                <a:ea typeface="+mn-ea"/>
                <a:cs typeface="CiscoSansTT Thin" charset="0"/>
              </a:defRPr>
            </a:lvl3pPr>
            <a:lvl4pPr marL="1214683" indent="-228548">
              <a:buClr>
                <a:schemeClr val="tx1"/>
              </a:buClr>
              <a:buSzPct val="80000"/>
              <a:buFont typeface="Arial"/>
              <a:buChar char="•"/>
              <a:defRPr sz="1867" b="0" i="0">
                <a:solidFill>
                  <a:schemeClr val="tx1"/>
                </a:solidFill>
                <a:latin typeface="+mn-ea"/>
                <a:ea typeface="+mn-ea"/>
                <a:cs typeface="CiscoSansTT Thin" charset="0"/>
              </a:defRPr>
            </a:lvl4pPr>
            <a:lvl5pPr marL="1443231" indent="-224314">
              <a:buClr>
                <a:schemeClr val="tx1"/>
              </a:buClr>
              <a:buSzPct val="80000"/>
              <a:buFont typeface="Arial"/>
              <a:buChar char="•"/>
              <a:defRPr sz="1600" b="0" i="0">
                <a:solidFill>
                  <a:schemeClr val="tx1"/>
                </a:solidFill>
                <a:latin typeface="+mn-ea"/>
                <a:ea typeface="+mn-ea"/>
                <a:cs typeface="CiscoSansTT Thin" charset="0"/>
              </a:defRPr>
            </a:lvl5pPr>
          </a:lstStyle>
          <a:p>
            <a:pPr lvl="0"/>
            <a:r>
              <a:rPr lang="en-GB"/>
              <a:t>First level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>
              <a:defRPr sz="3733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5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_Heav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711199" y="1607864"/>
            <a:ext cx="5181600" cy="4110792"/>
          </a:xfrm>
          <a:prstGeom prst="rect">
            <a:avLst/>
          </a:prstGeom>
        </p:spPr>
        <p:txBody>
          <a:bodyPr lIns="0" tIns="45710" rIns="0" bIns="45710">
            <a:noAutofit/>
          </a:bodyPr>
          <a:lstStyle>
            <a:lvl1pPr marL="232828" indent="-156629">
              <a:lnSpc>
                <a:spcPct val="95000"/>
              </a:lnSpc>
              <a:spcBef>
                <a:spcPts val="1480"/>
              </a:spcBef>
              <a:buClr>
                <a:schemeClr val="tx1"/>
              </a:buClr>
              <a:buSzPct val="60000"/>
              <a:buFont typeface="Arial"/>
              <a:buChar char="•"/>
              <a:defRPr sz="26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  <a:lvl2pPr marL="385224" indent="-152396">
              <a:lnSpc>
                <a:spcPct val="95000"/>
              </a:lnSpc>
              <a:spcBef>
                <a:spcPts val="600"/>
              </a:spcBef>
              <a:buClr>
                <a:schemeClr val="tx1"/>
              </a:buClr>
              <a:buSzPct val="60000"/>
              <a:buFont typeface="Arial"/>
              <a:buChar char="•"/>
              <a:defRPr sz="2400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2pPr>
            <a:lvl3pPr marL="537620" indent="-152396">
              <a:buClr>
                <a:schemeClr val="tx1"/>
              </a:buClr>
              <a:buSzPct val="60000"/>
              <a:buFont typeface="Arial"/>
              <a:buChar char="•"/>
              <a:defRPr sz="2133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3pPr>
            <a:lvl4pPr marL="690016" indent="-152396">
              <a:buClr>
                <a:schemeClr val="tx1"/>
              </a:buClr>
              <a:buSzPct val="60000"/>
              <a:buFont typeface="Arial"/>
              <a:buChar char="•"/>
              <a:defRPr sz="18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4pPr>
            <a:lvl5pPr marL="842412" indent="-152396">
              <a:buClr>
                <a:schemeClr val="tx1"/>
              </a:buClr>
              <a:buSzPct val="60000"/>
              <a:buFont typeface="Arial"/>
              <a:buChar char="•"/>
              <a:defRPr sz="1600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6341155" y="1607864"/>
            <a:ext cx="5181600" cy="4110792"/>
          </a:xfrm>
          <a:prstGeom prst="rect">
            <a:avLst/>
          </a:prstGeom>
        </p:spPr>
        <p:txBody>
          <a:bodyPr lIns="0" tIns="45710" rIns="0" bIns="45710">
            <a:noAutofit/>
          </a:bodyPr>
          <a:lstStyle>
            <a:lvl1pPr marL="232828" indent="-156629">
              <a:lnSpc>
                <a:spcPct val="95000"/>
              </a:lnSpc>
              <a:spcBef>
                <a:spcPts val="1480"/>
              </a:spcBef>
              <a:buClr>
                <a:schemeClr val="tx1"/>
              </a:buClr>
              <a:buSzPct val="60000"/>
              <a:buFont typeface="Arial"/>
              <a:buChar char="•"/>
              <a:defRPr sz="2667" b="0" i="0" baseline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  <a:lvl2pPr marL="385224" indent="-152396">
              <a:lnSpc>
                <a:spcPct val="95000"/>
              </a:lnSpc>
              <a:spcBef>
                <a:spcPts val="600"/>
              </a:spcBef>
              <a:buClr>
                <a:schemeClr val="tx1"/>
              </a:buClr>
              <a:buSzPct val="60000"/>
              <a:buFont typeface="Arial"/>
              <a:buChar char="•"/>
              <a:defRPr sz="2400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2pPr>
            <a:lvl3pPr marL="537620" indent="-152396">
              <a:buClr>
                <a:schemeClr val="tx1"/>
              </a:buClr>
              <a:buSzPct val="60000"/>
              <a:buFont typeface="Arial"/>
              <a:buChar char="•"/>
              <a:defRPr sz="2133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3pPr>
            <a:lvl4pPr marL="690016" indent="-152396">
              <a:buClr>
                <a:schemeClr val="tx1"/>
              </a:buClr>
              <a:buSzPct val="60000"/>
              <a:buFont typeface="Arial"/>
              <a:buChar char="•"/>
              <a:defRPr sz="18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4pPr>
            <a:lvl5pPr marL="842412" indent="-152396">
              <a:buClr>
                <a:schemeClr val="tx1"/>
              </a:buClr>
              <a:buSzPct val="60000"/>
              <a:buFont typeface="Arial"/>
              <a:buChar char="•"/>
              <a:defRPr sz="1600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733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5764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>
              <a:defRPr sz="3733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88447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88060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ble Placeholder 11"/>
          <p:cNvSpPr>
            <a:spLocks noGrp="1"/>
          </p:cNvSpPr>
          <p:nvPr>
            <p:ph type="tbl" sz="quarter" idx="12"/>
          </p:nvPr>
        </p:nvSpPr>
        <p:spPr>
          <a:xfrm>
            <a:off x="711200" y="1797051"/>
            <a:ext cx="10820400" cy="3544971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0" indent="0" algn="ctr">
              <a:buNone/>
              <a:defRPr sz="2667" baseline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ja-JP" altLang="en-US" noProof="0"/>
              <a:t>アイコンをクリックして表を追加</a:t>
            </a:r>
            <a:endParaRPr lang="en-GB" noProof="0"/>
          </a:p>
        </p:txBody>
      </p:sp>
      <p:sp>
        <p:nvSpPr>
          <p:cNvPr id="6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583690" y="5530961"/>
            <a:ext cx="9573749" cy="434977"/>
          </a:xfrm>
          <a:prstGeom prst="rect">
            <a:avLst/>
          </a:prstGeom>
        </p:spPr>
        <p:txBody>
          <a:bodyPr wrap="square" lIns="91420" tIns="45710" rIns="91420" bIns="45710" anchor="b" anchorCtr="0">
            <a:noAutofit/>
          </a:bodyPr>
          <a:lstStyle>
            <a:lvl1pPr algn="l" defTabSz="804747">
              <a:lnSpc>
                <a:spcPct val="100000"/>
              </a:lnSpc>
              <a:spcBef>
                <a:spcPct val="50000"/>
              </a:spcBef>
              <a:buNone/>
              <a:defRPr sz="18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  <a:lvl2pPr>
              <a:buFont typeface="Arial" pitchFamily="34" charset="0"/>
              <a:buNone/>
              <a:defRPr sz="1467"/>
            </a:lvl2pPr>
            <a:lvl3pPr>
              <a:buFont typeface="Arial" pitchFamily="34" charset="0"/>
              <a:buNone/>
              <a:defRPr sz="1467"/>
            </a:lvl3pPr>
            <a:lvl4pPr>
              <a:buFont typeface="Arial" pitchFamily="34" charset="0"/>
              <a:buNone/>
              <a:defRPr sz="1467"/>
            </a:lvl4pPr>
            <a:lvl5pPr>
              <a:buFont typeface="Arial" pitchFamily="34" charset="0"/>
              <a:buNone/>
              <a:defRPr sz="1467"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733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79366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グラ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2"/>
          <p:cNvSpPr>
            <a:spLocks noGrp="1"/>
          </p:cNvSpPr>
          <p:nvPr>
            <p:ph type="chart" sz="quarter" idx="10"/>
          </p:nvPr>
        </p:nvSpPr>
        <p:spPr>
          <a:xfrm>
            <a:off x="711200" y="1602318"/>
            <a:ext cx="10820400" cy="3744383"/>
          </a:xfrm>
          <a:prstGeom prst="rect">
            <a:avLst/>
          </a:prstGeom>
        </p:spPr>
        <p:txBody>
          <a:bodyPr vert="horz" lIns="91420" tIns="45710" rIns="91420" bIns="45710">
            <a:noAutofit/>
          </a:bodyPr>
          <a:lstStyle>
            <a:lvl1pPr marL="0" indent="0" algn="ctr">
              <a:buNone/>
              <a:defRPr sz="26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</a:lstStyle>
          <a:p>
            <a:pPr lvl="0"/>
            <a:r>
              <a:rPr lang="ja-JP" altLang="en-US" noProof="0"/>
              <a:t>アイコンをクリックしてグラフを追加</a:t>
            </a:r>
            <a:endParaRPr lang="en-US" noProof="0"/>
          </a:p>
        </p:txBody>
      </p:sp>
      <p:sp>
        <p:nvSpPr>
          <p:cNvPr id="7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583690" y="5530961"/>
            <a:ext cx="9573749" cy="434977"/>
          </a:xfrm>
          <a:prstGeom prst="rect">
            <a:avLst/>
          </a:prstGeom>
        </p:spPr>
        <p:txBody>
          <a:bodyPr wrap="square" lIns="91420" tIns="45710" rIns="91420" bIns="45710" anchor="b" anchorCtr="0">
            <a:noAutofit/>
          </a:bodyPr>
          <a:lstStyle>
            <a:lvl1pPr algn="l" defTabSz="804747">
              <a:lnSpc>
                <a:spcPct val="100000"/>
              </a:lnSpc>
              <a:spcBef>
                <a:spcPct val="50000"/>
              </a:spcBef>
              <a:buNone/>
              <a:defRPr sz="1867" b="0" i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  <a:lvl2pPr>
              <a:buFont typeface="Arial" pitchFamily="34" charset="0"/>
              <a:buNone/>
              <a:defRPr sz="1467"/>
            </a:lvl2pPr>
            <a:lvl3pPr>
              <a:buFont typeface="Arial" pitchFamily="34" charset="0"/>
              <a:buNone/>
              <a:defRPr sz="1467"/>
            </a:lvl3pPr>
            <a:lvl4pPr>
              <a:buFont typeface="Arial" pitchFamily="34" charset="0"/>
              <a:buNone/>
              <a:defRPr sz="1467"/>
            </a:lvl4pPr>
            <a:lvl5pPr>
              <a:buFont typeface="Arial" pitchFamily="34" charset="0"/>
              <a:buNone/>
              <a:defRPr sz="1467"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148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32883" y="1797051"/>
            <a:ext cx="11040076" cy="4098595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380910" marR="0" indent="-380910" algn="ctr" defTabSz="60945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667" b="0" i="0" baseline="0">
                <a:solidFill>
                  <a:schemeClr val="tx1"/>
                </a:solidFill>
                <a:latin typeface="+mn-ea"/>
                <a:ea typeface="+mn-ea"/>
                <a:cs typeface="CiscoSans ExtraLigh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5226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Half_Pag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bg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16401" y="2220243"/>
            <a:ext cx="4882699" cy="3901157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32828" indent="-156629">
              <a:lnSpc>
                <a:spcPct val="95000"/>
              </a:lnSpc>
              <a:spcBef>
                <a:spcPts val="1480"/>
              </a:spcBef>
              <a:buClr>
                <a:schemeClr val="tx2"/>
              </a:buClr>
              <a:buSzPct val="60000"/>
              <a:buFont typeface="Arial"/>
              <a:buChar char="•"/>
              <a:defRPr sz="2667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1pPr>
            <a:lvl2pPr marL="385224" indent="-152396">
              <a:lnSpc>
                <a:spcPct val="95000"/>
              </a:lnSpc>
              <a:spcBef>
                <a:spcPts val="600"/>
              </a:spcBef>
              <a:buClr>
                <a:schemeClr val="tx2"/>
              </a:buClr>
              <a:buSzPct val="60000"/>
              <a:buFont typeface="Arial"/>
              <a:buChar char="•"/>
              <a:defRPr sz="2400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2pPr>
            <a:lvl3pPr marL="537620" indent="-152396">
              <a:buClr>
                <a:schemeClr val="tx2"/>
              </a:buClr>
              <a:buSzPct val="60000"/>
              <a:buFont typeface="Arial"/>
              <a:buChar char="•"/>
              <a:defRPr sz="2133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3pPr>
            <a:lvl4pPr marL="690016" indent="-152396">
              <a:buClr>
                <a:schemeClr val="tx2"/>
              </a:buClr>
              <a:buSzPct val="60000"/>
              <a:buFont typeface="Arial"/>
              <a:buChar char="•"/>
              <a:defRPr sz="1867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4pPr>
            <a:lvl5pPr marL="842412" indent="-152396">
              <a:buClr>
                <a:schemeClr val="tx2"/>
              </a:buClr>
              <a:buSzPct val="60000"/>
              <a:buFont typeface="Arial"/>
              <a:buChar char="•"/>
              <a:defRPr sz="1600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5pPr>
          </a:lstStyle>
          <a:p>
            <a:pPr lvl="0"/>
            <a:r>
              <a:rPr lang="en-GB"/>
              <a:t>First level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455085"/>
            <a:ext cx="4915412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>
              <a:defRPr sz="4267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4"/>
            <a:ext cx="4757856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175811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">
          <p15:clr>
            <a:srgbClr val="FBAE40"/>
          </p15:clr>
        </p15:guide>
        <p15:guide id="3" pos="259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Half_Page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latin typeface="+mj-lt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58801" y="2209800"/>
            <a:ext cx="5103284" cy="2438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6796618" y="709083"/>
            <a:ext cx="4734983" cy="5412316"/>
          </a:xfrm>
          <a:prstGeom prst="rect">
            <a:avLst/>
          </a:prstGeom>
        </p:spPr>
        <p:txBody>
          <a:bodyPr lIns="0" rIns="0" anchor="ctr" anchorCtr="0"/>
          <a:lstStyle>
            <a:lvl1pPr marL="226478" indent="-226478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tabLst>
                <a:tab pos="304792" algn="l"/>
              </a:tabLst>
              <a:defRPr sz="3200">
                <a:latin typeface="+mn-ea"/>
                <a:ea typeface="+mn-ea"/>
              </a:defRPr>
            </a:lvl1pPr>
            <a:lvl2pPr marL="461422" indent="-228594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3200">
                <a:latin typeface="+mn-ea"/>
                <a:ea typeface="+mn-ea"/>
              </a:defRPr>
            </a:lvl2pPr>
            <a:lvl3pPr marL="609585" indent="-156629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2667">
                <a:latin typeface="+mn-ea"/>
                <a:ea typeface="+mn-ea"/>
              </a:defRPr>
            </a:lvl3pPr>
            <a:lvl4pPr marL="766214" indent="-156629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tabLst/>
              <a:defRPr sz="2400">
                <a:latin typeface="+mn-ea"/>
                <a:ea typeface="+mn-ea"/>
              </a:defRPr>
            </a:lvl4pPr>
            <a:lvl5pPr marL="992693" indent="-150280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ltGray">
          <a:xfrm>
            <a:off x="636906" y="6322204"/>
            <a:ext cx="4622389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32725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Half_Page_Text_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680720"/>
            <a:ext cx="5078396" cy="873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t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6796618" y="680720"/>
            <a:ext cx="4734983" cy="5440680"/>
          </a:xfrm>
          <a:prstGeom prst="rect">
            <a:avLst/>
          </a:prstGeom>
        </p:spPr>
        <p:txBody>
          <a:bodyPr lIns="0" rIns="0"/>
          <a:lstStyle>
            <a:lvl1pPr marL="152396" indent="-152396">
              <a:lnSpc>
                <a:spcPct val="100000"/>
              </a:lnSpc>
              <a:buClr>
                <a:schemeClr val="tx1"/>
              </a:buClr>
              <a:buSzPct val="60000"/>
              <a:defRPr sz="2667">
                <a:latin typeface="+mn-ea"/>
                <a:ea typeface="+mn-ea"/>
              </a:defRPr>
            </a:lvl1pPr>
            <a:lvl2pPr marL="304792" indent="-152396">
              <a:lnSpc>
                <a:spcPct val="100000"/>
              </a:lnSpc>
              <a:buClr>
                <a:schemeClr val="tx1"/>
              </a:buClr>
              <a:buSzPct val="60000"/>
              <a:defRPr sz="2667">
                <a:latin typeface="+mn-ea"/>
                <a:ea typeface="+mn-ea"/>
              </a:defRPr>
            </a:lvl2pPr>
            <a:lvl3pPr marL="457189" indent="-152396">
              <a:lnSpc>
                <a:spcPct val="100000"/>
              </a:lnSpc>
              <a:buClr>
                <a:schemeClr val="tx1"/>
              </a:buClr>
              <a:buSzPct val="60000"/>
              <a:defRPr sz="2400">
                <a:latin typeface="+mn-ea"/>
                <a:ea typeface="+mn-ea"/>
              </a:defRPr>
            </a:lvl3pPr>
            <a:lvl4pPr marL="609585" indent="-165096">
              <a:lnSpc>
                <a:spcPct val="100000"/>
              </a:lnSpc>
              <a:buClr>
                <a:schemeClr val="tx1"/>
              </a:buClr>
              <a:buSzPct val="60000"/>
              <a:defRPr sz="2133">
                <a:latin typeface="+mn-ea"/>
                <a:ea typeface="+mn-ea"/>
              </a:defRPr>
            </a:lvl4pPr>
            <a:lvl5pPr marL="766214" indent="-156629">
              <a:lnSpc>
                <a:spcPct val="100000"/>
              </a:lnSpc>
              <a:buClr>
                <a:schemeClr val="tx1"/>
              </a:buClr>
              <a:buSzPct val="60000"/>
              <a:defRPr sz="2133"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583689" y="2213123"/>
            <a:ext cx="5078396" cy="3908277"/>
          </a:xfrm>
          <a:prstGeom prst="rect">
            <a:avLst/>
          </a:prstGeom>
        </p:spPr>
        <p:txBody>
          <a:bodyPr/>
          <a:lstStyle>
            <a:lvl1pPr marL="152396" indent="-152396">
              <a:buClr>
                <a:schemeClr val="tx2"/>
              </a:buClr>
              <a:buSzPct val="60000"/>
              <a:defRPr lang="en-US" sz="2667" kern="1200" dirty="0" smtClean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"/>
              </a:defRPr>
            </a:lvl1pPr>
            <a:lvl2pPr marL="304792" indent="-152396">
              <a:buClr>
                <a:schemeClr val="tx2"/>
              </a:buClr>
              <a:buSzPct val="60000"/>
              <a:defRPr sz="2667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2pPr>
            <a:lvl3pPr marL="457189" indent="-152396">
              <a:buClr>
                <a:schemeClr val="tx2"/>
              </a:buClr>
              <a:buSzPct val="60000"/>
              <a:defRPr sz="240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3pPr>
            <a:lvl4pPr marL="609585" indent="-165096">
              <a:buClr>
                <a:schemeClr val="tx2"/>
              </a:buClr>
              <a:buSzPct val="60000"/>
              <a:defRPr sz="2133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4pPr>
            <a:lvl5pPr marL="766214" indent="-156629">
              <a:buClr>
                <a:schemeClr val="tx2"/>
              </a:buClr>
              <a:buSzPct val="60000"/>
              <a:defRPr sz="2133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478953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3054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267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Half_Page_Picture_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786034" y="709084"/>
            <a:ext cx="4745567" cy="448646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プレースホルダーまでドラッグするかアイコンをクリックして図を追加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786034" y="5416468"/>
            <a:ext cx="4745567" cy="70019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7">
                <a:latin typeface="+mn-ea"/>
                <a:ea typeface="+mn-ea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ltGray">
          <a:xfrm>
            <a:off x="636906" y="6322205"/>
            <a:ext cx="3817557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53919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Half_Pag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tx2"/>
              </a:solidFill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786034" y="709084"/>
            <a:ext cx="4745567" cy="5412315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プレースホルダーまでドラッグするかアイコンをクリックして図を追加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351456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21395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Half_Page_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bg1"/>
              </a:solidFill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3929119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58804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Half_Page_Picture_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106790" y="0"/>
            <a:ext cx="6085209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プレースホルダーまでドラッグするかアイコンをクリックして図を追加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399267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813565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Half_Pag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latin typeface="+mn-ea"/>
              <a:ea typeface="+mn-ea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6786034" y="670984"/>
            <a:ext cx="4745567" cy="5450416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アイコンをクリックしてグラフを追加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239895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15472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Half_P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0"/>
          </p:nvPr>
        </p:nvSpPr>
        <p:spPr>
          <a:xfrm>
            <a:off x="6786034" y="670984"/>
            <a:ext cx="4745567" cy="5450416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アイコンをクリックして表を追加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4"/>
            <a:ext cx="4542703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872850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5" name="Freeform 6"/>
          <p:cNvSpPr>
            <a:spLocks noChangeAspect="1" noEditPoints="1"/>
          </p:cNvSpPr>
          <p:nvPr/>
        </p:nvSpPr>
        <p:spPr bwMode="auto">
          <a:xfrm>
            <a:off x="5017326" y="2838769"/>
            <a:ext cx="2157349" cy="1146095"/>
          </a:xfrm>
          <a:custGeom>
            <a:avLst/>
            <a:gdLst>
              <a:gd name="T0" fmla="*/ 2671 w 3456"/>
              <a:gd name="T1" fmla="*/ 1521 h 1834"/>
              <a:gd name="T2" fmla="*/ 2857 w 3456"/>
              <a:gd name="T3" fmla="*/ 1677 h 1834"/>
              <a:gd name="T4" fmla="*/ 2975 w 3456"/>
              <a:gd name="T5" fmla="*/ 1465 h 1834"/>
              <a:gd name="T6" fmla="*/ 1129 w 3456"/>
              <a:gd name="T7" fmla="*/ 1823 h 1834"/>
              <a:gd name="T8" fmla="*/ 3082 w 3456"/>
              <a:gd name="T9" fmla="*/ 1330 h 1834"/>
              <a:gd name="T10" fmla="*/ 3082 w 3456"/>
              <a:gd name="T11" fmla="*/ 1712 h 1834"/>
              <a:gd name="T12" fmla="*/ 2700 w 3456"/>
              <a:gd name="T13" fmla="*/ 1809 h 1834"/>
              <a:gd name="T14" fmla="*/ 2513 w 3456"/>
              <a:gd name="T15" fmla="*/ 1479 h 1834"/>
              <a:gd name="T16" fmla="*/ 2783 w 3456"/>
              <a:gd name="T17" fmla="*/ 1211 h 1834"/>
              <a:gd name="T18" fmla="*/ 2351 w 3456"/>
              <a:gd name="T19" fmla="*/ 1392 h 1834"/>
              <a:gd name="T20" fmla="*/ 2136 w 3456"/>
              <a:gd name="T21" fmla="*/ 1381 h 1834"/>
              <a:gd name="T22" fmla="*/ 2093 w 3456"/>
              <a:gd name="T23" fmla="*/ 1625 h 1834"/>
              <a:gd name="T24" fmla="*/ 2335 w 3456"/>
              <a:gd name="T25" fmla="*/ 1658 h 1834"/>
              <a:gd name="T26" fmla="*/ 2174 w 3456"/>
              <a:gd name="T27" fmla="*/ 1832 h 1834"/>
              <a:gd name="T28" fmla="*/ 1903 w 3456"/>
              <a:gd name="T29" fmla="*/ 1605 h 1834"/>
              <a:gd name="T30" fmla="*/ 2047 w 3456"/>
              <a:gd name="T31" fmla="*/ 1249 h 1834"/>
              <a:gd name="T32" fmla="*/ 748 w 3456"/>
              <a:gd name="T33" fmla="*/ 1223 h 1834"/>
              <a:gd name="T34" fmla="*/ 642 w 3456"/>
              <a:gd name="T35" fmla="*/ 1359 h 1834"/>
              <a:gd name="T36" fmla="*/ 479 w 3456"/>
              <a:gd name="T37" fmla="*/ 1550 h 1834"/>
              <a:gd name="T38" fmla="*/ 697 w 3456"/>
              <a:gd name="T39" fmla="*/ 1676 h 1834"/>
              <a:gd name="T40" fmla="*/ 692 w 3456"/>
              <a:gd name="T41" fmla="*/ 1830 h 1834"/>
              <a:gd name="T42" fmla="*/ 370 w 3456"/>
              <a:gd name="T43" fmla="*/ 1710 h 1834"/>
              <a:gd name="T44" fmla="*/ 375 w 3456"/>
              <a:gd name="T45" fmla="*/ 1326 h 1834"/>
              <a:gd name="T46" fmla="*/ 1610 w 3456"/>
              <a:gd name="T47" fmla="*/ 1211 h 1834"/>
              <a:gd name="T48" fmla="*/ 1679 w 3456"/>
              <a:gd name="T49" fmla="*/ 1350 h 1834"/>
              <a:gd name="T50" fmla="*/ 1494 w 3456"/>
              <a:gd name="T51" fmla="*/ 1373 h 1834"/>
              <a:gd name="T52" fmla="*/ 1634 w 3456"/>
              <a:gd name="T53" fmla="*/ 1470 h 1834"/>
              <a:gd name="T54" fmla="*/ 1737 w 3456"/>
              <a:gd name="T55" fmla="*/ 1694 h 1834"/>
              <a:gd name="T56" fmla="*/ 1524 w 3456"/>
              <a:gd name="T57" fmla="*/ 1833 h 1834"/>
              <a:gd name="T58" fmla="*/ 1334 w 3456"/>
              <a:gd name="T59" fmla="*/ 1678 h 1834"/>
              <a:gd name="T60" fmla="*/ 1552 w 3456"/>
              <a:gd name="T61" fmla="*/ 1690 h 1834"/>
              <a:gd name="T62" fmla="*/ 1520 w 3456"/>
              <a:gd name="T63" fmla="*/ 1584 h 1834"/>
              <a:gd name="T64" fmla="*/ 1350 w 3456"/>
              <a:gd name="T65" fmla="*/ 1473 h 1834"/>
              <a:gd name="T66" fmla="*/ 1446 w 3456"/>
              <a:gd name="T67" fmla="*/ 1227 h 1834"/>
              <a:gd name="T68" fmla="*/ 3456 w 3456"/>
              <a:gd name="T69" fmla="*/ 569 h 1834"/>
              <a:gd name="T70" fmla="*/ 3328 w 3456"/>
              <a:gd name="T71" fmla="*/ 780 h 1834"/>
              <a:gd name="T72" fmla="*/ 3381 w 3456"/>
              <a:gd name="T73" fmla="*/ 493 h 1834"/>
              <a:gd name="T74" fmla="*/ 1793 w 3456"/>
              <a:gd name="T75" fmla="*/ 766 h 1834"/>
              <a:gd name="T76" fmla="*/ 1653 w 3456"/>
              <a:gd name="T77" fmla="*/ 727 h 1834"/>
              <a:gd name="T78" fmla="*/ 113 w 3456"/>
              <a:gd name="T79" fmla="*/ 503 h 1834"/>
              <a:gd name="T80" fmla="*/ 95 w 3456"/>
              <a:gd name="T81" fmla="*/ 801 h 1834"/>
              <a:gd name="T82" fmla="*/ 10 w 3456"/>
              <a:gd name="T83" fmla="*/ 531 h 1834"/>
              <a:gd name="T84" fmla="*/ 3040 w 3456"/>
              <a:gd name="T85" fmla="*/ 340 h 1834"/>
              <a:gd name="T86" fmla="*/ 2929 w 3456"/>
              <a:gd name="T87" fmla="*/ 793 h 1834"/>
              <a:gd name="T88" fmla="*/ 2947 w 3456"/>
              <a:gd name="T89" fmla="*/ 287 h 1834"/>
              <a:gd name="T90" fmla="*/ 2214 w 3456"/>
              <a:gd name="T91" fmla="*/ 748 h 1834"/>
              <a:gd name="T92" fmla="*/ 2069 w 3456"/>
              <a:gd name="T93" fmla="*/ 748 h 1834"/>
              <a:gd name="T94" fmla="*/ 1335 w 3456"/>
              <a:gd name="T95" fmla="*/ 287 h 1834"/>
              <a:gd name="T96" fmla="*/ 1353 w 3456"/>
              <a:gd name="T97" fmla="*/ 793 h 1834"/>
              <a:gd name="T98" fmla="*/ 1242 w 3456"/>
              <a:gd name="T99" fmla="*/ 340 h 1834"/>
              <a:gd name="T100" fmla="*/ 553 w 3456"/>
              <a:gd name="T101" fmla="*/ 322 h 1834"/>
              <a:gd name="T102" fmla="*/ 468 w 3456"/>
              <a:gd name="T103" fmla="*/ 801 h 1834"/>
              <a:gd name="T104" fmla="*/ 450 w 3456"/>
              <a:gd name="T105" fmla="*/ 295 h 1834"/>
              <a:gd name="T106" fmla="*/ 2630 w 3456"/>
              <a:gd name="T107" fmla="*/ 879 h 1834"/>
              <a:gd name="T108" fmla="*/ 2490 w 3456"/>
              <a:gd name="T109" fmla="*/ 917 h 1834"/>
              <a:gd name="T110" fmla="*/ 902 w 3456"/>
              <a:gd name="T111" fmla="*/ 0 h 1834"/>
              <a:gd name="T112" fmla="*/ 955 w 3456"/>
              <a:gd name="T113" fmla="*/ 931 h 1834"/>
              <a:gd name="T114" fmla="*/ 826 w 3456"/>
              <a:gd name="T115" fmla="*/ 75 h 18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56" h="1834">
                <a:moveTo>
                  <a:pt x="2828" y="1362"/>
                </a:moveTo>
                <a:lnTo>
                  <a:pt x="2798" y="1364"/>
                </a:lnTo>
                <a:lnTo>
                  <a:pt x="2771" y="1371"/>
                </a:lnTo>
                <a:lnTo>
                  <a:pt x="2747" y="1384"/>
                </a:lnTo>
                <a:lnTo>
                  <a:pt x="2725" y="1400"/>
                </a:lnTo>
                <a:lnTo>
                  <a:pt x="2706" y="1419"/>
                </a:lnTo>
                <a:lnTo>
                  <a:pt x="2691" y="1441"/>
                </a:lnTo>
                <a:lnTo>
                  <a:pt x="2680" y="1465"/>
                </a:lnTo>
                <a:lnTo>
                  <a:pt x="2674" y="1492"/>
                </a:lnTo>
                <a:lnTo>
                  <a:pt x="2671" y="1521"/>
                </a:lnTo>
                <a:lnTo>
                  <a:pt x="2674" y="1549"/>
                </a:lnTo>
                <a:lnTo>
                  <a:pt x="2680" y="1577"/>
                </a:lnTo>
                <a:lnTo>
                  <a:pt x="2691" y="1601"/>
                </a:lnTo>
                <a:lnTo>
                  <a:pt x="2706" y="1623"/>
                </a:lnTo>
                <a:lnTo>
                  <a:pt x="2725" y="1642"/>
                </a:lnTo>
                <a:lnTo>
                  <a:pt x="2747" y="1658"/>
                </a:lnTo>
                <a:lnTo>
                  <a:pt x="2771" y="1669"/>
                </a:lnTo>
                <a:lnTo>
                  <a:pt x="2798" y="1677"/>
                </a:lnTo>
                <a:lnTo>
                  <a:pt x="2828" y="1680"/>
                </a:lnTo>
                <a:lnTo>
                  <a:pt x="2857" y="1677"/>
                </a:lnTo>
                <a:lnTo>
                  <a:pt x="2883" y="1669"/>
                </a:lnTo>
                <a:lnTo>
                  <a:pt x="2908" y="1658"/>
                </a:lnTo>
                <a:lnTo>
                  <a:pt x="2930" y="1642"/>
                </a:lnTo>
                <a:lnTo>
                  <a:pt x="2948" y="1623"/>
                </a:lnTo>
                <a:lnTo>
                  <a:pt x="2964" y="1601"/>
                </a:lnTo>
                <a:lnTo>
                  <a:pt x="2975" y="1577"/>
                </a:lnTo>
                <a:lnTo>
                  <a:pt x="2982" y="1549"/>
                </a:lnTo>
                <a:lnTo>
                  <a:pt x="2985" y="1521"/>
                </a:lnTo>
                <a:lnTo>
                  <a:pt x="2982" y="1492"/>
                </a:lnTo>
                <a:lnTo>
                  <a:pt x="2975" y="1465"/>
                </a:lnTo>
                <a:lnTo>
                  <a:pt x="2964" y="1441"/>
                </a:lnTo>
                <a:lnTo>
                  <a:pt x="2948" y="1419"/>
                </a:lnTo>
                <a:lnTo>
                  <a:pt x="2930" y="1400"/>
                </a:lnTo>
                <a:lnTo>
                  <a:pt x="2908" y="1384"/>
                </a:lnTo>
                <a:lnTo>
                  <a:pt x="2883" y="1371"/>
                </a:lnTo>
                <a:lnTo>
                  <a:pt x="2857" y="1364"/>
                </a:lnTo>
                <a:lnTo>
                  <a:pt x="2828" y="1362"/>
                </a:lnTo>
                <a:close/>
                <a:moveTo>
                  <a:pt x="977" y="1218"/>
                </a:moveTo>
                <a:lnTo>
                  <a:pt x="1129" y="1218"/>
                </a:lnTo>
                <a:lnTo>
                  <a:pt x="1129" y="1823"/>
                </a:lnTo>
                <a:lnTo>
                  <a:pt x="977" y="1823"/>
                </a:lnTo>
                <a:lnTo>
                  <a:pt x="977" y="1218"/>
                </a:lnTo>
                <a:close/>
                <a:moveTo>
                  <a:pt x="2828" y="1208"/>
                </a:moveTo>
                <a:lnTo>
                  <a:pt x="2873" y="1211"/>
                </a:lnTo>
                <a:lnTo>
                  <a:pt x="2916" y="1219"/>
                </a:lnTo>
                <a:lnTo>
                  <a:pt x="2955" y="1232"/>
                </a:lnTo>
                <a:lnTo>
                  <a:pt x="2992" y="1251"/>
                </a:lnTo>
                <a:lnTo>
                  <a:pt x="3026" y="1273"/>
                </a:lnTo>
                <a:lnTo>
                  <a:pt x="3056" y="1299"/>
                </a:lnTo>
                <a:lnTo>
                  <a:pt x="3082" y="1330"/>
                </a:lnTo>
                <a:lnTo>
                  <a:pt x="3104" y="1363"/>
                </a:lnTo>
                <a:lnTo>
                  <a:pt x="3121" y="1398"/>
                </a:lnTo>
                <a:lnTo>
                  <a:pt x="3134" y="1437"/>
                </a:lnTo>
                <a:lnTo>
                  <a:pt x="3142" y="1479"/>
                </a:lnTo>
                <a:lnTo>
                  <a:pt x="3145" y="1521"/>
                </a:lnTo>
                <a:lnTo>
                  <a:pt x="3142" y="1563"/>
                </a:lnTo>
                <a:lnTo>
                  <a:pt x="3134" y="1604"/>
                </a:lnTo>
                <a:lnTo>
                  <a:pt x="3121" y="1642"/>
                </a:lnTo>
                <a:lnTo>
                  <a:pt x="3104" y="1679"/>
                </a:lnTo>
                <a:lnTo>
                  <a:pt x="3082" y="1712"/>
                </a:lnTo>
                <a:lnTo>
                  <a:pt x="3056" y="1742"/>
                </a:lnTo>
                <a:lnTo>
                  <a:pt x="3026" y="1769"/>
                </a:lnTo>
                <a:lnTo>
                  <a:pt x="2992" y="1791"/>
                </a:lnTo>
                <a:lnTo>
                  <a:pt x="2955" y="1809"/>
                </a:lnTo>
                <a:lnTo>
                  <a:pt x="2916" y="1822"/>
                </a:lnTo>
                <a:lnTo>
                  <a:pt x="2873" y="1831"/>
                </a:lnTo>
                <a:lnTo>
                  <a:pt x="2828" y="1834"/>
                </a:lnTo>
                <a:lnTo>
                  <a:pt x="2783" y="1831"/>
                </a:lnTo>
                <a:lnTo>
                  <a:pt x="2740" y="1822"/>
                </a:lnTo>
                <a:lnTo>
                  <a:pt x="2700" y="1809"/>
                </a:lnTo>
                <a:lnTo>
                  <a:pt x="2663" y="1791"/>
                </a:lnTo>
                <a:lnTo>
                  <a:pt x="2630" y="1769"/>
                </a:lnTo>
                <a:lnTo>
                  <a:pt x="2599" y="1742"/>
                </a:lnTo>
                <a:lnTo>
                  <a:pt x="2573" y="1712"/>
                </a:lnTo>
                <a:lnTo>
                  <a:pt x="2551" y="1679"/>
                </a:lnTo>
                <a:lnTo>
                  <a:pt x="2534" y="1642"/>
                </a:lnTo>
                <a:lnTo>
                  <a:pt x="2521" y="1604"/>
                </a:lnTo>
                <a:lnTo>
                  <a:pt x="2513" y="1563"/>
                </a:lnTo>
                <a:lnTo>
                  <a:pt x="2510" y="1521"/>
                </a:lnTo>
                <a:lnTo>
                  <a:pt x="2513" y="1479"/>
                </a:lnTo>
                <a:lnTo>
                  <a:pt x="2521" y="1437"/>
                </a:lnTo>
                <a:lnTo>
                  <a:pt x="2534" y="1398"/>
                </a:lnTo>
                <a:lnTo>
                  <a:pt x="2551" y="1363"/>
                </a:lnTo>
                <a:lnTo>
                  <a:pt x="2573" y="1330"/>
                </a:lnTo>
                <a:lnTo>
                  <a:pt x="2599" y="1299"/>
                </a:lnTo>
                <a:lnTo>
                  <a:pt x="2630" y="1273"/>
                </a:lnTo>
                <a:lnTo>
                  <a:pt x="2663" y="1251"/>
                </a:lnTo>
                <a:lnTo>
                  <a:pt x="2700" y="1232"/>
                </a:lnTo>
                <a:lnTo>
                  <a:pt x="2740" y="1219"/>
                </a:lnTo>
                <a:lnTo>
                  <a:pt x="2783" y="1211"/>
                </a:lnTo>
                <a:lnTo>
                  <a:pt x="2828" y="1208"/>
                </a:lnTo>
                <a:close/>
                <a:moveTo>
                  <a:pt x="2213" y="1208"/>
                </a:moveTo>
                <a:lnTo>
                  <a:pt x="2242" y="1209"/>
                </a:lnTo>
                <a:lnTo>
                  <a:pt x="2268" y="1211"/>
                </a:lnTo>
                <a:lnTo>
                  <a:pt x="2292" y="1215"/>
                </a:lnTo>
                <a:lnTo>
                  <a:pt x="2312" y="1219"/>
                </a:lnTo>
                <a:lnTo>
                  <a:pt x="2329" y="1223"/>
                </a:lnTo>
                <a:lnTo>
                  <a:pt x="2343" y="1227"/>
                </a:lnTo>
                <a:lnTo>
                  <a:pt x="2351" y="1230"/>
                </a:lnTo>
                <a:lnTo>
                  <a:pt x="2351" y="1392"/>
                </a:lnTo>
                <a:lnTo>
                  <a:pt x="2346" y="1389"/>
                </a:lnTo>
                <a:lnTo>
                  <a:pt x="2335" y="1384"/>
                </a:lnTo>
                <a:lnTo>
                  <a:pt x="2321" y="1377"/>
                </a:lnTo>
                <a:lnTo>
                  <a:pt x="2302" y="1371"/>
                </a:lnTo>
                <a:lnTo>
                  <a:pt x="2279" y="1365"/>
                </a:lnTo>
                <a:lnTo>
                  <a:pt x="2253" y="1360"/>
                </a:lnTo>
                <a:lnTo>
                  <a:pt x="2223" y="1359"/>
                </a:lnTo>
                <a:lnTo>
                  <a:pt x="2192" y="1362"/>
                </a:lnTo>
                <a:lnTo>
                  <a:pt x="2163" y="1369"/>
                </a:lnTo>
                <a:lnTo>
                  <a:pt x="2136" y="1381"/>
                </a:lnTo>
                <a:lnTo>
                  <a:pt x="2113" y="1396"/>
                </a:lnTo>
                <a:lnTo>
                  <a:pt x="2095" y="1415"/>
                </a:lnTo>
                <a:lnTo>
                  <a:pt x="2079" y="1437"/>
                </a:lnTo>
                <a:lnTo>
                  <a:pt x="2067" y="1463"/>
                </a:lnTo>
                <a:lnTo>
                  <a:pt x="2060" y="1490"/>
                </a:lnTo>
                <a:lnTo>
                  <a:pt x="2058" y="1521"/>
                </a:lnTo>
                <a:lnTo>
                  <a:pt x="2060" y="1550"/>
                </a:lnTo>
                <a:lnTo>
                  <a:pt x="2066" y="1578"/>
                </a:lnTo>
                <a:lnTo>
                  <a:pt x="2078" y="1602"/>
                </a:lnTo>
                <a:lnTo>
                  <a:pt x="2093" y="1625"/>
                </a:lnTo>
                <a:lnTo>
                  <a:pt x="2112" y="1644"/>
                </a:lnTo>
                <a:lnTo>
                  <a:pt x="2135" y="1660"/>
                </a:lnTo>
                <a:lnTo>
                  <a:pt x="2162" y="1672"/>
                </a:lnTo>
                <a:lnTo>
                  <a:pt x="2191" y="1679"/>
                </a:lnTo>
                <a:lnTo>
                  <a:pt x="2223" y="1682"/>
                </a:lnTo>
                <a:lnTo>
                  <a:pt x="2253" y="1680"/>
                </a:lnTo>
                <a:lnTo>
                  <a:pt x="2279" y="1676"/>
                </a:lnTo>
                <a:lnTo>
                  <a:pt x="2301" y="1671"/>
                </a:lnTo>
                <a:lnTo>
                  <a:pt x="2321" y="1664"/>
                </a:lnTo>
                <a:lnTo>
                  <a:pt x="2335" y="1658"/>
                </a:lnTo>
                <a:lnTo>
                  <a:pt x="2346" y="1653"/>
                </a:lnTo>
                <a:lnTo>
                  <a:pt x="2351" y="1649"/>
                </a:lnTo>
                <a:lnTo>
                  <a:pt x="2351" y="1812"/>
                </a:lnTo>
                <a:lnTo>
                  <a:pt x="2339" y="1816"/>
                </a:lnTo>
                <a:lnTo>
                  <a:pt x="2322" y="1820"/>
                </a:lnTo>
                <a:lnTo>
                  <a:pt x="2300" y="1826"/>
                </a:lnTo>
                <a:lnTo>
                  <a:pt x="2275" y="1830"/>
                </a:lnTo>
                <a:lnTo>
                  <a:pt x="2245" y="1833"/>
                </a:lnTo>
                <a:lnTo>
                  <a:pt x="2213" y="1834"/>
                </a:lnTo>
                <a:lnTo>
                  <a:pt x="2174" y="1832"/>
                </a:lnTo>
                <a:lnTo>
                  <a:pt x="2136" y="1826"/>
                </a:lnTo>
                <a:lnTo>
                  <a:pt x="2100" y="1815"/>
                </a:lnTo>
                <a:lnTo>
                  <a:pt x="2065" y="1801"/>
                </a:lnTo>
                <a:lnTo>
                  <a:pt x="2033" y="1783"/>
                </a:lnTo>
                <a:lnTo>
                  <a:pt x="2002" y="1762"/>
                </a:lnTo>
                <a:lnTo>
                  <a:pt x="1975" y="1737"/>
                </a:lnTo>
                <a:lnTo>
                  <a:pt x="1952" y="1710"/>
                </a:lnTo>
                <a:lnTo>
                  <a:pt x="1931" y="1678"/>
                </a:lnTo>
                <a:lnTo>
                  <a:pt x="1915" y="1643"/>
                </a:lnTo>
                <a:lnTo>
                  <a:pt x="1903" y="1605"/>
                </a:lnTo>
                <a:lnTo>
                  <a:pt x="1896" y="1564"/>
                </a:lnTo>
                <a:lnTo>
                  <a:pt x="1892" y="1521"/>
                </a:lnTo>
                <a:lnTo>
                  <a:pt x="1896" y="1477"/>
                </a:lnTo>
                <a:lnTo>
                  <a:pt x="1904" y="1434"/>
                </a:lnTo>
                <a:lnTo>
                  <a:pt x="1917" y="1395"/>
                </a:lnTo>
                <a:lnTo>
                  <a:pt x="1934" y="1359"/>
                </a:lnTo>
                <a:lnTo>
                  <a:pt x="1957" y="1326"/>
                </a:lnTo>
                <a:lnTo>
                  <a:pt x="1984" y="1296"/>
                </a:lnTo>
                <a:lnTo>
                  <a:pt x="2014" y="1271"/>
                </a:lnTo>
                <a:lnTo>
                  <a:pt x="2047" y="1249"/>
                </a:lnTo>
                <a:lnTo>
                  <a:pt x="2085" y="1231"/>
                </a:lnTo>
                <a:lnTo>
                  <a:pt x="2125" y="1218"/>
                </a:lnTo>
                <a:lnTo>
                  <a:pt x="2168" y="1211"/>
                </a:lnTo>
                <a:lnTo>
                  <a:pt x="2213" y="1208"/>
                </a:lnTo>
                <a:close/>
                <a:moveTo>
                  <a:pt x="630" y="1208"/>
                </a:moveTo>
                <a:lnTo>
                  <a:pt x="660" y="1209"/>
                </a:lnTo>
                <a:lnTo>
                  <a:pt x="687" y="1211"/>
                </a:lnTo>
                <a:lnTo>
                  <a:pt x="711" y="1215"/>
                </a:lnTo>
                <a:lnTo>
                  <a:pt x="731" y="1219"/>
                </a:lnTo>
                <a:lnTo>
                  <a:pt x="748" y="1223"/>
                </a:lnTo>
                <a:lnTo>
                  <a:pt x="760" y="1227"/>
                </a:lnTo>
                <a:lnTo>
                  <a:pt x="769" y="1230"/>
                </a:lnTo>
                <a:lnTo>
                  <a:pt x="769" y="1392"/>
                </a:lnTo>
                <a:lnTo>
                  <a:pt x="763" y="1389"/>
                </a:lnTo>
                <a:lnTo>
                  <a:pt x="754" y="1384"/>
                </a:lnTo>
                <a:lnTo>
                  <a:pt x="739" y="1377"/>
                </a:lnTo>
                <a:lnTo>
                  <a:pt x="721" y="1371"/>
                </a:lnTo>
                <a:lnTo>
                  <a:pt x="697" y="1365"/>
                </a:lnTo>
                <a:lnTo>
                  <a:pt x="671" y="1360"/>
                </a:lnTo>
                <a:lnTo>
                  <a:pt x="642" y="1359"/>
                </a:lnTo>
                <a:lnTo>
                  <a:pt x="611" y="1362"/>
                </a:lnTo>
                <a:lnTo>
                  <a:pt x="581" y="1369"/>
                </a:lnTo>
                <a:lnTo>
                  <a:pt x="555" y="1381"/>
                </a:lnTo>
                <a:lnTo>
                  <a:pt x="532" y="1396"/>
                </a:lnTo>
                <a:lnTo>
                  <a:pt x="513" y="1415"/>
                </a:lnTo>
                <a:lnTo>
                  <a:pt x="497" y="1437"/>
                </a:lnTo>
                <a:lnTo>
                  <a:pt x="485" y="1463"/>
                </a:lnTo>
                <a:lnTo>
                  <a:pt x="479" y="1490"/>
                </a:lnTo>
                <a:lnTo>
                  <a:pt x="475" y="1521"/>
                </a:lnTo>
                <a:lnTo>
                  <a:pt x="479" y="1550"/>
                </a:lnTo>
                <a:lnTo>
                  <a:pt x="485" y="1578"/>
                </a:lnTo>
                <a:lnTo>
                  <a:pt x="496" y="1602"/>
                </a:lnTo>
                <a:lnTo>
                  <a:pt x="512" y="1625"/>
                </a:lnTo>
                <a:lnTo>
                  <a:pt x="531" y="1644"/>
                </a:lnTo>
                <a:lnTo>
                  <a:pt x="554" y="1660"/>
                </a:lnTo>
                <a:lnTo>
                  <a:pt x="580" y="1672"/>
                </a:lnTo>
                <a:lnTo>
                  <a:pt x="610" y="1679"/>
                </a:lnTo>
                <a:lnTo>
                  <a:pt x="642" y="1682"/>
                </a:lnTo>
                <a:lnTo>
                  <a:pt x="671" y="1680"/>
                </a:lnTo>
                <a:lnTo>
                  <a:pt x="697" y="1676"/>
                </a:lnTo>
                <a:lnTo>
                  <a:pt x="719" y="1671"/>
                </a:lnTo>
                <a:lnTo>
                  <a:pt x="738" y="1664"/>
                </a:lnTo>
                <a:lnTo>
                  <a:pt x="753" y="1658"/>
                </a:lnTo>
                <a:lnTo>
                  <a:pt x="763" y="1653"/>
                </a:lnTo>
                <a:lnTo>
                  <a:pt x="769" y="1649"/>
                </a:lnTo>
                <a:lnTo>
                  <a:pt x="769" y="1812"/>
                </a:lnTo>
                <a:lnTo>
                  <a:pt x="757" y="1816"/>
                </a:lnTo>
                <a:lnTo>
                  <a:pt x="740" y="1820"/>
                </a:lnTo>
                <a:lnTo>
                  <a:pt x="718" y="1826"/>
                </a:lnTo>
                <a:lnTo>
                  <a:pt x="692" y="1830"/>
                </a:lnTo>
                <a:lnTo>
                  <a:pt x="663" y="1833"/>
                </a:lnTo>
                <a:lnTo>
                  <a:pt x="630" y="1834"/>
                </a:lnTo>
                <a:lnTo>
                  <a:pt x="592" y="1832"/>
                </a:lnTo>
                <a:lnTo>
                  <a:pt x="554" y="1826"/>
                </a:lnTo>
                <a:lnTo>
                  <a:pt x="518" y="1815"/>
                </a:lnTo>
                <a:lnTo>
                  <a:pt x="484" y="1801"/>
                </a:lnTo>
                <a:lnTo>
                  <a:pt x="451" y="1783"/>
                </a:lnTo>
                <a:lnTo>
                  <a:pt x="421" y="1762"/>
                </a:lnTo>
                <a:lnTo>
                  <a:pt x="394" y="1737"/>
                </a:lnTo>
                <a:lnTo>
                  <a:pt x="370" y="1710"/>
                </a:lnTo>
                <a:lnTo>
                  <a:pt x="350" y="1678"/>
                </a:lnTo>
                <a:lnTo>
                  <a:pt x="333" y="1643"/>
                </a:lnTo>
                <a:lnTo>
                  <a:pt x="322" y="1605"/>
                </a:lnTo>
                <a:lnTo>
                  <a:pt x="314" y="1564"/>
                </a:lnTo>
                <a:lnTo>
                  <a:pt x="311" y="1521"/>
                </a:lnTo>
                <a:lnTo>
                  <a:pt x="314" y="1477"/>
                </a:lnTo>
                <a:lnTo>
                  <a:pt x="323" y="1434"/>
                </a:lnTo>
                <a:lnTo>
                  <a:pt x="335" y="1395"/>
                </a:lnTo>
                <a:lnTo>
                  <a:pt x="353" y="1359"/>
                </a:lnTo>
                <a:lnTo>
                  <a:pt x="375" y="1326"/>
                </a:lnTo>
                <a:lnTo>
                  <a:pt x="402" y="1296"/>
                </a:lnTo>
                <a:lnTo>
                  <a:pt x="433" y="1271"/>
                </a:lnTo>
                <a:lnTo>
                  <a:pt x="466" y="1249"/>
                </a:lnTo>
                <a:lnTo>
                  <a:pt x="503" y="1231"/>
                </a:lnTo>
                <a:lnTo>
                  <a:pt x="544" y="1218"/>
                </a:lnTo>
                <a:lnTo>
                  <a:pt x="585" y="1211"/>
                </a:lnTo>
                <a:lnTo>
                  <a:pt x="630" y="1208"/>
                </a:lnTo>
                <a:close/>
                <a:moveTo>
                  <a:pt x="1556" y="1208"/>
                </a:moveTo>
                <a:lnTo>
                  <a:pt x="1583" y="1209"/>
                </a:lnTo>
                <a:lnTo>
                  <a:pt x="1610" y="1211"/>
                </a:lnTo>
                <a:lnTo>
                  <a:pt x="1634" y="1213"/>
                </a:lnTo>
                <a:lnTo>
                  <a:pt x="1656" y="1217"/>
                </a:lnTo>
                <a:lnTo>
                  <a:pt x="1675" y="1220"/>
                </a:lnTo>
                <a:lnTo>
                  <a:pt x="1689" y="1223"/>
                </a:lnTo>
                <a:lnTo>
                  <a:pt x="1699" y="1226"/>
                </a:lnTo>
                <a:lnTo>
                  <a:pt x="1704" y="1227"/>
                </a:lnTo>
                <a:lnTo>
                  <a:pt x="1704" y="1356"/>
                </a:lnTo>
                <a:lnTo>
                  <a:pt x="1700" y="1355"/>
                </a:lnTo>
                <a:lnTo>
                  <a:pt x="1691" y="1353"/>
                </a:lnTo>
                <a:lnTo>
                  <a:pt x="1679" y="1350"/>
                </a:lnTo>
                <a:lnTo>
                  <a:pt x="1663" y="1347"/>
                </a:lnTo>
                <a:lnTo>
                  <a:pt x="1645" y="1343"/>
                </a:lnTo>
                <a:lnTo>
                  <a:pt x="1625" y="1340"/>
                </a:lnTo>
                <a:lnTo>
                  <a:pt x="1605" y="1338"/>
                </a:lnTo>
                <a:lnTo>
                  <a:pt x="1586" y="1337"/>
                </a:lnTo>
                <a:lnTo>
                  <a:pt x="1557" y="1339"/>
                </a:lnTo>
                <a:lnTo>
                  <a:pt x="1534" y="1344"/>
                </a:lnTo>
                <a:lnTo>
                  <a:pt x="1515" y="1351"/>
                </a:lnTo>
                <a:lnTo>
                  <a:pt x="1502" y="1362"/>
                </a:lnTo>
                <a:lnTo>
                  <a:pt x="1494" y="1373"/>
                </a:lnTo>
                <a:lnTo>
                  <a:pt x="1491" y="1387"/>
                </a:lnTo>
                <a:lnTo>
                  <a:pt x="1494" y="1402"/>
                </a:lnTo>
                <a:lnTo>
                  <a:pt x="1501" y="1413"/>
                </a:lnTo>
                <a:lnTo>
                  <a:pt x="1511" y="1423"/>
                </a:lnTo>
                <a:lnTo>
                  <a:pt x="1523" y="1430"/>
                </a:lnTo>
                <a:lnTo>
                  <a:pt x="1536" y="1436"/>
                </a:lnTo>
                <a:lnTo>
                  <a:pt x="1549" y="1441"/>
                </a:lnTo>
                <a:lnTo>
                  <a:pt x="1560" y="1445"/>
                </a:lnTo>
                <a:lnTo>
                  <a:pt x="1602" y="1458"/>
                </a:lnTo>
                <a:lnTo>
                  <a:pt x="1634" y="1470"/>
                </a:lnTo>
                <a:lnTo>
                  <a:pt x="1661" y="1484"/>
                </a:lnTo>
                <a:lnTo>
                  <a:pt x="1684" y="1501"/>
                </a:lnTo>
                <a:lnTo>
                  <a:pt x="1703" y="1519"/>
                </a:lnTo>
                <a:lnTo>
                  <a:pt x="1719" y="1539"/>
                </a:lnTo>
                <a:lnTo>
                  <a:pt x="1731" y="1560"/>
                </a:lnTo>
                <a:lnTo>
                  <a:pt x="1740" y="1583"/>
                </a:lnTo>
                <a:lnTo>
                  <a:pt x="1745" y="1606"/>
                </a:lnTo>
                <a:lnTo>
                  <a:pt x="1746" y="1630"/>
                </a:lnTo>
                <a:lnTo>
                  <a:pt x="1744" y="1664"/>
                </a:lnTo>
                <a:lnTo>
                  <a:pt x="1737" y="1694"/>
                </a:lnTo>
                <a:lnTo>
                  <a:pt x="1727" y="1720"/>
                </a:lnTo>
                <a:lnTo>
                  <a:pt x="1712" y="1744"/>
                </a:lnTo>
                <a:lnTo>
                  <a:pt x="1696" y="1764"/>
                </a:lnTo>
                <a:lnTo>
                  <a:pt x="1676" y="1781"/>
                </a:lnTo>
                <a:lnTo>
                  <a:pt x="1654" y="1796"/>
                </a:lnTo>
                <a:lnTo>
                  <a:pt x="1630" y="1809"/>
                </a:lnTo>
                <a:lnTo>
                  <a:pt x="1604" y="1818"/>
                </a:lnTo>
                <a:lnTo>
                  <a:pt x="1578" y="1826"/>
                </a:lnTo>
                <a:lnTo>
                  <a:pt x="1551" y="1830"/>
                </a:lnTo>
                <a:lnTo>
                  <a:pt x="1524" y="1833"/>
                </a:lnTo>
                <a:lnTo>
                  <a:pt x="1498" y="1834"/>
                </a:lnTo>
                <a:lnTo>
                  <a:pt x="1467" y="1833"/>
                </a:lnTo>
                <a:lnTo>
                  <a:pt x="1439" y="1832"/>
                </a:lnTo>
                <a:lnTo>
                  <a:pt x="1412" y="1829"/>
                </a:lnTo>
                <a:lnTo>
                  <a:pt x="1388" y="1827"/>
                </a:lnTo>
                <a:lnTo>
                  <a:pt x="1368" y="1823"/>
                </a:lnTo>
                <a:lnTo>
                  <a:pt x="1351" y="1820"/>
                </a:lnTo>
                <a:lnTo>
                  <a:pt x="1339" y="1818"/>
                </a:lnTo>
                <a:lnTo>
                  <a:pt x="1334" y="1817"/>
                </a:lnTo>
                <a:lnTo>
                  <a:pt x="1334" y="1678"/>
                </a:lnTo>
                <a:lnTo>
                  <a:pt x="1343" y="1680"/>
                </a:lnTo>
                <a:lnTo>
                  <a:pt x="1356" y="1684"/>
                </a:lnTo>
                <a:lnTo>
                  <a:pt x="1375" y="1688"/>
                </a:lnTo>
                <a:lnTo>
                  <a:pt x="1397" y="1693"/>
                </a:lnTo>
                <a:lnTo>
                  <a:pt x="1422" y="1697"/>
                </a:lnTo>
                <a:lnTo>
                  <a:pt x="1448" y="1700"/>
                </a:lnTo>
                <a:lnTo>
                  <a:pt x="1477" y="1701"/>
                </a:lnTo>
                <a:lnTo>
                  <a:pt x="1507" y="1699"/>
                </a:lnTo>
                <a:lnTo>
                  <a:pt x="1531" y="1696"/>
                </a:lnTo>
                <a:lnTo>
                  <a:pt x="1552" y="1690"/>
                </a:lnTo>
                <a:lnTo>
                  <a:pt x="1568" y="1681"/>
                </a:lnTo>
                <a:lnTo>
                  <a:pt x="1578" y="1671"/>
                </a:lnTo>
                <a:lnTo>
                  <a:pt x="1585" y="1658"/>
                </a:lnTo>
                <a:lnTo>
                  <a:pt x="1587" y="1644"/>
                </a:lnTo>
                <a:lnTo>
                  <a:pt x="1585" y="1629"/>
                </a:lnTo>
                <a:lnTo>
                  <a:pt x="1578" y="1618"/>
                </a:lnTo>
                <a:lnTo>
                  <a:pt x="1567" y="1607"/>
                </a:lnTo>
                <a:lnTo>
                  <a:pt x="1553" y="1598"/>
                </a:lnTo>
                <a:lnTo>
                  <a:pt x="1537" y="1590"/>
                </a:lnTo>
                <a:lnTo>
                  <a:pt x="1520" y="1584"/>
                </a:lnTo>
                <a:lnTo>
                  <a:pt x="1509" y="1581"/>
                </a:lnTo>
                <a:lnTo>
                  <a:pt x="1498" y="1577"/>
                </a:lnTo>
                <a:lnTo>
                  <a:pt x="1487" y="1574"/>
                </a:lnTo>
                <a:lnTo>
                  <a:pt x="1462" y="1565"/>
                </a:lnTo>
                <a:lnTo>
                  <a:pt x="1439" y="1555"/>
                </a:lnTo>
                <a:lnTo>
                  <a:pt x="1416" y="1542"/>
                </a:lnTo>
                <a:lnTo>
                  <a:pt x="1396" y="1528"/>
                </a:lnTo>
                <a:lnTo>
                  <a:pt x="1378" y="1512"/>
                </a:lnTo>
                <a:lnTo>
                  <a:pt x="1363" y="1494"/>
                </a:lnTo>
                <a:lnTo>
                  <a:pt x="1350" y="1473"/>
                </a:lnTo>
                <a:lnTo>
                  <a:pt x="1341" y="1451"/>
                </a:lnTo>
                <a:lnTo>
                  <a:pt x="1334" y="1425"/>
                </a:lnTo>
                <a:lnTo>
                  <a:pt x="1332" y="1396"/>
                </a:lnTo>
                <a:lnTo>
                  <a:pt x="1334" y="1364"/>
                </a:lnTo>
                <a:lnTo>
                  <a:pt x="1342" y="1333"/>
                </a:lnTo>
                <a:lnTo>
                  <a:pt x="1354" y="1306"/>
                </a:lnTo>
                <a:lnTo>
                  <a:pt x="1371" y="1281"/>
                </a:lnTo>
                <a:lnTo>
                  <a:pt x="1392" y="1259"/>
                </a:lnTo>
                <a:lnTo>
                  <a:pt x="1417" y="1241"/>
                </a:lnTo>
                <a:lnTo>
                  <a:pt x="1446" y="1227"/>
                </a:lnTo>
                <a:lnTo>
                  <a:pt x="1479" y="1216"/>
                </a:lnTo>
                <a:lnTo>
                  <a:pt x="1515" y="1210"/>
                </a:lnTo>
                <a:lnTo>
                  <a:pt x="1556" y="1208"/>
                </a:lnTo>
                <a:close/>
                <a:moveTo>
                  <a:pt x="3381" y="493"/>
                </a:moveTo>
                <a:lnTo>
                  <a:pt x="3400" y="496"/>
                </a:lnTo>
                <a:lnTo>
                  <a:pt x="3418" y="503"/>
                </a:lnTo>
                <a:lnTo>
                  <a:pt x="3434" y="515"/>
                </a:lnTo>
                <a:lnTo>
                  <a:pt x="3446" y="531"/>
                </a:lnTo>
                <a:lnTo>
                  <a:pt x="3453" y="548"/>
                </a:lnTo>
                <a:lnTo>
                  <a:pt x="3456" y="569"/>
                </a:lnTo>
                <a:lnTo>
                  <a:pt x="3456" y="727"/>
                </a:lnTo>
                <a:lnTo>
                  <a:pt x="3453" y="748"/>
                </a:lnTo>
                <a:lnTo>
                  <a:pt x="3446" y="766"/>
                </a:lnTo>
                <a:lnTo>
                  <a:pt x="3434" y="780"/>
                </a:lnTo>
                <a:lnTo>
                  <a:pt x="3418" y="793"/>
                </a:lnTo>
                <a:lnTo>
                  <a:pt x="3400" y="801"/>
                </a:lnTo>
                <a:lnTo>
                  <a:pt x="3381" y="803"/>
                </a:lnTo>
                <a:lnTo>
                  <a:pt x="3361" y="801"/>
                </a:lnTo>
                <a:lnTo>
                  <a:pt x="3343" y="793"/>
                </a:lnTo>
                <a:lnTo>
                  <a:pt x="3328" y="780"/>
                </a:lnTo>
                <a:lnTo>
                  <a:pt x="3316" y="766"/>
                </a:lnTo>
                <a:lnTo>
                  <a:pt x="3308" y="748"/>
                </a:lnTo>
                <a:lnTo>
                  <a:pt x="3306" y="727"/>
                </a:lnTo>
                <a:lnTo>
                  <a:pt x="3306" y="569"/>
                </a:lnTo>
                <a:lnTo>
                  <a:pt x="3308" y="548"/>
                </a:lnTo>
                <a:lnTo>
                  <a:pt x="3316" y="531"/>
                </a:lnTo>
                <a:lnTo>
                  <a:pt x="3328" y="515"/>
                </a:lnTo>
                <a:lnTo>
                  <a:pt x="3343" y="503"/>
                </a:lnTo>
                <a:lnTo>
                  <a:pt x="3361" y="496"/>
                </a:lnTo>
                <a:lnTo>
                  <a:pt x="3381" y="493"/>
                </a:lnTo>
                <a:close/>
                <a:moveTo>
                  <a:pt x="1728" y="493"/>
                </a:moveTo>
                <a:lnTo>
                  <a:pt x="1748" y="496"/>
                </a:lnTo>
                <a:lnTo>
                  <a:pt x="1766" y="503"/>
                </a:lnTo>
                <a:lnTo>
                  <a:pt x="1781" y="515"/>
                </a:lnTo>
                <a:lnTo>
                  <a:pt x="1793" y="531"/>
                </a:lnTo>
                <a:lnTo>
                  <a:pt x="1800" y="548"/>
                </a:lnTo>
                <a:lnTo>
                  <a:pt x="1803" y="569"/>
                </a:lnTo>
                <a:lnTo>
                  <a:pt x="1803" y="727"/>
                </a:lnTo>
                <a:lnTo>
                  <a:pt x="1800" y="748"/>
                </a:lnTo>
                <a:lnTo>
                  <a:pt x="1793" y="766"/>
                </a:lnTo>
                <a:lnTo>
                  <a:pt x="1781" y="780"/>
                </a:lnTo>
                <a:lnTo>
                  <a:pt x="1766" y="793"/>
                </a:lnTo>
                <a:lnTo>
                  <a:pt x="1748" y="801"/>
                </a:lnTo>
                <a:lnTo>
                  <a:pt x="1728" y="803"/>
                </a:lnTo>
                <a:lnTo>
                  <a:pt x="1708" y="801"/>
                </a:lnTo>
                <a:lnTo>
                  <a:pt x="1690" y="793"/>
                </a:lnTo>
                <a:lnTo>
                  <a:pt x="1675" y="780"/>
                </a:lnTo>
                <a:lnTo>
                  <a:pt x="1663" y="766"/>
                </a:lnTo>
                <a:lnTo>
                  <a:pt x="1656" y="748"/>
                </a:lnTo>
                <a:lnTo>
                  <a:pt x="1653" y="727"/>
                </a:lnTo>
                <a:lnTo>
                  <a:pt x="1653" y="569"/>
                </a:lnTo>
                <a:lnTo>
                  <a:pt x="1656" y="548"/>
                </a:lnTo>
                <a:lnTo>
                  <a:pt x="1663" y="531"/>
                </a:lnTo>
                <a:lnTo>
                  <a:pt x="1675" y="515"/>
                </a:lnTo>
                <a:lnTo>
                  <a:pt x="1690" y="503"/>
                </a:lnTo>
                <a:lnTo>
                  <a:pt x="1708" y="496"/>
                </a:lnTo>
                <a:lnTo>
                  <a:pt x="1728" y="493"/>
                </a:lnTo>
                <a:close/>
                <a:moveTo>
                  <a:pt x="75" y="493"/>
                </a:moveTo>
                <a:lnTo>
                  <a:pt x="95" y="496"/>
                </a:lnTo>
                <a:lnTo>
                  <a:pt x="113" y="503"/>
                </a:lnTo>
                <a:lnTo>
                  <a:pt x="129" y="515"/>
                </a:lnTo>
                <a:lnTo>
                  <a:pt x="140" y="531"/>
                </a:lnTo>
                <a:lnTo>
                  <a:pt x="148" y="548"/>
                </a:lnTo>
                <a:lnTo>
                  <a:pt x="151" y="569"/>
                </a:lnTo>
                <a:lnTo>
                  <a:pt x="151" y="727"/>
                </a:lnTo>
                <a:lnTo>
                  <a:pt x="148" y="748"/>
                </a:lnTo>
                <a:lnTo>
                  <a:pt x="140" y="766"/>
                </a:lnTo>
                <a:lnTo>
                  <a:pt x="129" y="780"/>
                </a:lnTo>
                <a:lnTo>
                  <a:pt x="113" y="793"/>
                </a:lnTo>
                <a:lnTo>
                  <a:pt x="95" y="801"/>
                </a:lnTo>
                <a:lnTo>
                  <a:pt x="75" y="803"/>
                </a:lnTo>
                <a:lnTo>
                  <a:pt x="56" y="801"/>
                </a:lnTo>
                <a:lnTo>
                  <a:pt x="38" y="793"/>
                </a:lnTo>
                <a:lnTo>
                  <a:pt x="22" y="780"/>
                </a:lnTo>
                <a:lnTo>
                  <a:pt x="10" y="766"/>
                </a:lnTo>
                <a:lnTo>
                  <a:pt x="3" y="748"/>
                </a:lnTo>
                <a:lnTo>
                  <a:pt x="0" y="727"/>
                </a:lnTo>
                <a:lnTo>
                  <a:pt x="0" y="569"/>
                </a:lnTo>
                <a:lnTo>
                  <a:pt x="3" y="548"/>
                </a:lnTo>
                <a:lnTo>
                  <a:pt x="10" y="531"/>
                </a:lnTo>
                <a:lnTo>
                  <a:pt x="22" y="515"/>
                </a:lnTo>
                <a:lnTo>
                  <a:pt x="38" y="503"/>
                </a:lnTo>
                <a:lnTo>
                  <a:pt x="56" y="496"/>
                </a:lnTo>
                <a:lnTo>
                  <a:pt x="75" y="493"/>
                </a:lnTo>
                <a:close/>
                <a:moveTo>
                  <a:pt x="2968" y="285"/>
                </a:moveTo>
                <a:lnTo>
                  <a:pt x="2988" y="287"/>
                </a:lnTo>
                <a:lnTo>
                  <a:pt x="3006" y="295"/>
                </a:lnTo>
                <a:lnTo>
                  <a:pt x="3021" y="307"/>
                </a:lnTo>
                <a:lnTo>
                  <a:pt x="3033" y="322"/>
                </a:lnTo>
                <a:lnTo>
                  <a:pt x="3040" y="340"/>
                </a:lnTo>
                <a:lnTo>
                  <a:pt x="3043" y="360"/>
                </a:lnTo>
                <a:lnTo>
                  <a:pt x="3043" y="727"/>
                </a:lnTo>
                <a:lnTo>
                  <a:pt x="3040" y="748"/>
                </a:lnTo>
                <a:lnTo>
                  <a:pt x="3033" y="766"/>
                </a:lnTo>
                <a:lnTo>
                  <a:pt x="3021" y="780"/>
                </a:lnTo>
                <a:lnTo>
                  <a:pt x="3006" y="793"/>
                </a:lnTo>
                <a:lnTo>
                  <a:pt x="2988" y="801"/>
                </a:lnTo>
                <a:lnTo>
                  <a:pt x="2968" y="803"/>
                </a:lnTo>
                <a:lnTo>
                  <a:pt x="2947" y="801"/>
                </a:lnTo>
                <a:lnTo>
                  <a:pt x="2929" y="793"/>
                </a:lnTo>
                <a:lnTo>
                  <a:pt x="2915" y="780"/>
                </a:lnTo>
                <a:lnTo>
                  <a:pt x="2903" y="766"/>
                </a:lnTo>
                <a:lnTo>
                  <a:pt x="2895" y="748"/>
                </a:lnTo>
                <a:lnTo>
                  <a:pt x="2893" y="727"/>
                </a:lnTo>
                <a:lnTo>
                  <a:pt x="2893" y="360"/>
                </a:lnTo>
                <a:lnTo>
                  <a:pt x="2895" y="340"/>
                </a:lnTo>
                <a:lnTo>
                  <a:pt x="2903" y="322"/>
                </a:lnTo>
                <a:lnTo>
                  <a:pt x="2915" y="307"/>
                </a:lnTo>
                <a:lnTo>
                  <a:pt x="2929" y="295"/>
                </a:lnTo>
                <a:lnTo>
                  <a:pt x="2947" y="287"/>
                </a:lnTo>
                <a:lnTo>
                  <a:pt x="2968" y="285"/>
                </a:lnTo>
                <a:close/>
                <a:moveTo>
                  <a:pt x="2142" y="285"/>
                </a:moveTo>
                <a:lnTo>
                  <a:pt x="2162" y="287"/>
                </a:lnTo>
                <a:lnTo>
                  <a:pt x="2179" y="295"/>
                </a:lnTo>
                <a:lnTo>
                  <a:pt x="2194" y="307"/>
                </a:lnTo>
                <a:lnTo>
                  <a:pt x="2207" y="322"/>
                </a:lnTo>
                <a:lnTo>
                  <a:pt x="2214" y="340"/>
                </a:lnTo>
                <a:lnTo>
                  <a:pt x="2216" y="360"/>
                </a:lnTo>
                <a:lnTo>
                  <a:pt x="2216" y="727"/>
                </a:lnTo>
                <a:lnTo>
                  <a:pt x="2214" y="748"/>
                </a:lnTo>
                <a:lnTo>
                  <a:pt x="2207" y="766"/>
                </a:lnTo>
                <a:lnTo>
                  <a:pt x="2194" y="780"/>
                </a:lnTo>
                <a:lnTo>
                  <a:pt x="2179" y="793"/>
                </a:lnTo>
                <a:lnTo>
                  <a:pt x="2162" y="801"/>
                </a:lnTo>
                <a:lnTo>
                  <a:pt x="2142" y="803"/>
                </a:lnTo>
                <a:lnTo>
                  <a:pt x="2122" y="801"/>
                </a:lnTo>
                <a:lnTo>
                  <a:pt x="2104" y="793"/>
                </a:lnTo>
                <a:lnTo>
                  <a:pt x="2088" y="780"/>
                </a:lnTo>
                <a:lnTo>
                  <a:pt x="2077" y="766"/>
                </a:lnTo>
                <a:lnTo>
                  <a:pt x="2069" y="748"/>
                </a:lnTo>
                <a:lnTo>
                  <a:pt x="2066" y="727"/>
                </a:lnTo>
                <a:lnTo>
                  <a:pt x="2066" y="360"/>
                </a:lnTo>
                <a:lnTo>
                  <a:pt x="2069" y="340"/>
                </a:lnTo>
                <a:lnTo>
                  <a:pt x="2077" y="322"/>
                </a:lnTo>
                <a:lnTo>
                  <a:pt x="2088" y="307"/>
                </a:lnTo>
                <a:lnTo>
                  <a:pt x="2104" y="295"/>
                </a:lnTo>
                <a:lnTo>
                  <a:pt x="2122" y="287"/>
                </a:lnTo>
                <a:lnTo>
                  <a:pt x="2142" y="285"/>
                </a:lnTo>
                <a:close/>
                <a:moveTo>
                  <a:pt x="1315" y="285"/>
                </a:moveTo>
                <a:lnTo>
                  <a:pt x="1335" y="287"/>
                </a:lnTo>
                <a:lnTo>
                  <a:pt x="1353" y="295"/>
                </a:lnTo>
                <a:lnTo>
                  <a:pt x="1368" y="307"/>
                </a:lnTo>
                <a:lnTo>
                  <a:pt x="1380" y="322"/>
                </a:lnTo>
                <a:lnTo>
                  <a:pt x="1388" y="340"/>
                </a:lnTo>
                <a:lnTo>
                  <a:pt x="1390" y="360"/>
                </a:lnTo>
                <a:lnTo>
                  <a:pt x="1390" y="727"/>
                </a:lnTo>
                <a:lnTo>
                  <a:pt x="1388" y="748"/>
                </a:lnTo>
                <a:lnTo>
                  <a:pt x="1380" y="766"/>
                </a:lnTo>
                <a:lnTo>
                  <a:pt x="1368" y="780"/>
                </a:lnTo>
                <a:lnTo>
                  <a:pt x="1353" y="793"/>
                </a:lnTo>
                <a:lnTo>
                  <a:pt x="1335" y="801"/>
                </a:lnTo>
                <a:lnTo>
                  <a:pt x="1315" y="803"/>
                </a:lnTo>
                <a:lnTo>
                  <a:pt x="1295" y="801"/>
                </a:lnTo>
                <a:lnTo>
                  <a:pt x="1277" y="793"/>
                </a:lnTo>
                <a:lnTo>
                  <a:pt x="1262" y="780"/>
                </a:lnTo>
                <a:lnTo>
                  <a:pt x="1250" y="766"/>
                </a:lnTo>
                <a:lnTo>
                  <a:pt x="1242" y="748"/>
                </a:lnTo>
                <a:lnTo>
                  <a:pt x="1240" y="727"/>
                </a:lnTo>
                <a:lnTo>
                  <a:pt x="1240" y="360"/>
                </a:lnTo>
                <a:lnTo>
                  <a:pt x="1242" y="340"/>
                </a:lnTo>
                <a:lnTo>
                  <a:pt x="1250" y="322"/>
                </a:lnTo>
                <a:lnTo>
                  <a:pt x="1262" y="307"/>
                </a:lnTo>
                <a:lnTo>
                  <a:pt x="1277" y="295"/>
                </a:lnTo>
                <a:lnTo>
                  <a:pt x="1295" y="287"/>
                </a:lnTo>
                <a:lnTo>
                  <a:pt x="1315" y="285"/>
                </a:lnTo>
                <a:close/>
                <a:moveTo>
                  <a:pt x="488" y="285"/>
                </a:moveTo>
                <a:lnTo>
                  <a:pt x="508" y="287"/>
                </a:lnTo>
                <a:lnTo>
                  <a:pt x="527" y="295"/>
                </a:lnTo>
                <a:lnTo>
                  <a:pt x="541" y="307"/>
                </a:lnTo>
                <a:lnTo>
                  <a:pt x="553" y="322"/>
                </a:lnTo>
                <a:lnTo>
                  <a:pt x="561" y="340"/>
                </a:lnTo>
                <a:lnTo>
                  <a:pt x="563" y="360"/>
                </a:lnTo>
                <a:lnTo>
                  <a:pt x="563" y="727"/>
                </a:lnTo>
                <a:lnTo>
                  <a:pt x="561" y="748"/>
                </a:lnTo>
                <a:lnTo>
                  <a:pt x="553" y="766"/>
                </a:lnTo>
                <a:lnTo>
                  <a:pt x="541" y="780"/>
                </a:lnTo>
                <a:lnTo>
                  <a:pt x="527" y="793"/>
                </a:lnTo>
                <a:lnTo>
                  <a:pt x="508" y="801"/>
                </a:lnTo>
                <a:lnTo>
                  <a:pt x="488" y="803"/>
                </a:lnTo>
                <a:lnTo>
                  <a:pt x="468" y="801"/>
                </a:lnTo>
                <a:lnTo>
                  <a:pt x="450" y="793"/>
                </a:lnTo>
                <a:lnTo>
                  <a:pt x="436" y="780"/>
                </a:lnTo>
                <a:lnTo>
                  <a:pt x="423" y="766"/>
                </a:lnTo>
                <a:lnTo>
                  <a:pt x="416" y="748"/>
                </a:lnTo>
                <a:lnTo>
                  <a:pt x="414" y="727"/>
                </a:lnTo>
                <a:lnTo>
                  <a:pt x="414" y="360"/>
                </a:lnTo>
                <a:lnTo>
                  <a:pt x="416" y="340"/>
                </a:lnTo>
                <a:lnTo>
                  <a:pt x="423" y="322"/>
                </a:lnTo>
                <a:lnTo>
                  <a:pt x="436" y="307"/>
                </a:lnTo>
                <a:lnTo>
                  <a:pt x="450" y="295"/>
                </a:lnTo>
                <a:lnTo>
                  <a:pt x="468" y="287"/>
                </a:lnTo>
                <a:lnTo>
                  <a:pt x="488" y="285"/>
                </a:lnTo>
                <a:close/>
                <a:moveTo>
                  <a:pt x="2555" y="0"/>
                </a:moveTo>
                <a:lnTo>
                  <a:pt x="2575" y="2"/>
                </a:lnTo>
                <a:lnTo>
                  <a:pt x="2593" y="10"/>
                </a:lnTo>
                <a:lnTo>
                  <a:pt x="2608" y="22"/>
                </a:lnTo>
                <a:lnTo>
                  <a:pt x="2619" y="37"/>
                </a:lnTo>
                <a:lnTo>
                  <a:pt x="2628" y="55"/>
                </a:lnTo>
                <a:lnTo>
                  <a:pt x="2630" y="75"/>
                </a:lnTo>
                <a:lnTo>
                  <a:pt x="2630" y="879"/>
                </a:lnTo>
                <a:lnTo>
                  <a:pt x="2628" y="899"/>
                </a:lnTo>
                <a:lnTo>
                  <a:pt x="2619" y="917"/>
                </a:lnTo>
                <a:lnTo>
                  <a:pt x="2608" y="931"/>
                </a:lnTo>
                <a:lnTo>
                  <a:pt x="2593" y="944"/>
                </a:lnTo>
                <a:lnTo>
                  <a:pt x="2575" y="951"/>
                </a:lnTo>
                <a:lnTo>
                  <a:pt x="2555" y="953"/>
                </a:lnTo>
                <a:lnTo>
                  <a:pt x="2535" y="951"/>
                </a:lnTo>
                <a:lnTo>
                  <a:pt x="2517" y="944"/>
                </a:lnTo>
                <a:lnTo>
                  <a:pt x="2502" y="931"/>
                </a:lnTo>
                <a:lnTo>
                  <a:pt x="2490" y="917"/>
                </a:lnTo>
                <a:lnTo>
                  <a:pt x="2483" y="899"/>
                </a:lnTo>
                <a:lnTo>
                  <a:pt x="2480" y="879"/>
                </a:lnTo>
                <a:lnTo>
                  <a:pt x="2480" y="75"/>
                </a:lnTo>
                <a:lnTo>
                  <a:pt x="2483" y="55"/>
                </a:lnTo>
                <a:lnTo>
                  <a:pt x="2490" y="37"/>
                </a:lnTo>
                <a:lnTo>
                  <a:pt x="2502" y="22"/>
                </a:lnTo>
                <a:lnTo>
                  <a:pt x="2517" y="10"/>
                </a:lnTo>
                <a:lnTo>
                  <a:pt x="2535" y="2"/>
                </a:lnTo>
                <a:lnTo>
                  <a:pt x="2555" y="0"/>
                </a:lnTo>
                <a:close/>
                <a:moveTo>
                  <a:pt x="902" y="0"/>
                </a:moveTo>
                <a:lnTo>
                  <a:pt x="922" y="2"/>
                </a:lnTo>
                <a:lnTo>
                  <a:pt x="939" y="10"/>
                </a:lnTo>
                <a:lnTo>
                  <a:pt x="955" y="22"/>
                </a:lnTo>
                <a:lnTo>
                  <a:pt x="967" y="37"/>
                </a:lnTo>
                <a:lnTo>
                  <a:pt x="974" y="55"/>
                </a:lnTo>
                <a:lnTo>
                  <a:pt x="977" y="75"/>
                </a:lnTo>
                <a:lnTo>
                  <a:pt x="977" y="879"/>
                </a:lnTo>
                <a:lnTo>
                  <a:pt x="974" y="899"/>
                </a:lnTo>
                <a:lnTo>
                  <a:pt x="967" y="917"/>
                </a:lnTo>
                <a:lnTo>
                  <a:pt x="955" y="931"/>
                </a:lnTo>
                <a:lnTo>
                  <a:pt x="939" y="944"/>
                </a:lnTo>
                <a:lnTo>
                  <a:pt x="922" y="951"/>
                </a:lnTo>
                <a:lnTo>
                  <a:pt x="902" y="953"/>
                </a:lnTo>
                <a:lnTo>
                  <a:pt x="882" y="951"/>
                </a:lnTo>
                <a:lnTo>
                  <a:pt x="864" y="944"/>
                </a:lnTo>
                <a:lnTo>
                  <a:pt x="848" y="931"/>
                </a:lnTo>
                <a:lnTo>
                  <a:pt x="837" y="917"/>
                </a:lnTo>
                <a:lnTo>
                  <a:pt x="829" y="899"/>
                </a:lnTo>
                <a:lnTo>
                  <a:pt x="826" y="879"/>
                </a:lnTo>
                <a:lnTo>
                  <a:pt x="826" y="75"/>
                </a:lnTo>
                <a:lnTo>
                  <a:pt x="829" y="55"/>
                </a:lnTo>
                <a:lnTo>
                  <a:pt x="837" y="37"/>
                </a:lnTo>
                <a:lnTo>
                  <a:pt x="848" y="22"/>
                </a:lnTo>
                <a:lnTo>
                  <a:pt x="864" y="10"/>
                </a:lnTo>
                <a:lnTo>
                  <a:pt x="882" y="2"/>
                </a:lnTo>
                <a:lnTo>
                  <a:pt x="902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30243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Half_Page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latin typeface="+mj-lt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58801" y="2209800"/>
            <a:ext cx="5103284" cy="24384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6796618" y="709083"/>
            <a:ext cx="4734983" cy="5412316"/>
          </a:xfrm>
          <a:prstGeom prst="rect">
            <a:avLst/>
          </a:prstGeom>
        </p:spPr>
        <p:txBody>
          <a:bodyPr lIns="0" rIns="0" anchor="ctr" anchorCtr="0"/>
          <a:lstStyle>
            <a:lvl1pPr marL="226478" indent="-226478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tabLst>
                <a:tab pos="304792" algn="l"/>
              </a:tabLst>
              <a:defRPr sz="3200">
                <a:latin typeface="+mn-ea"/>
                <a:ea typeface="+mn-ea"/>
              </a:defRPr>
            </a:lvl1pPr>
            <a:lvl2pPr marL="461422" indent="-228594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3200">
                <a:latin typeface="+mn-ea"/>
                <a:ea typeface="+mn-ea"/>
              </a:defRPr>
            </a:lvl2pPr>
            <a:lvl3pPr marL="609585" indent="-156629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2667">
                <a:latin typeface="+mn-ea"/>
                <a:ea typeface="+mn-ea"/>
              </a:defRPr>
            </a:lvl3pPr>
            <a:lvl4pPr marL="766214" indent="-156629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tabLst/>
              <a:defRPr sz="2400">
                <a:latin typeface="+mn-ea"/>
                <a:ea typeface="+mn-ea"/>
              </a:defRPr>
            </a:lvl4pPr>
            <a:lvl5pPr marL="992693" indent="-150280">
              <a:lnSpc>
                <a:spcPct val="100000"/>
              </a:lnSpc>
              <a:buClr>
                <a:schemeClr val="tx1"/>
              </a:buClr>
              <a:buSzPct val="60000"/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ltGray">
          <a:xfrm>
            <a:off x="636906" y="6322204"/>
            <a:ext cx="4622389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974459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5995" y="5142315"/>
            <a:ext cx="11061895" cy="384175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2400" b="0" i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 marL="4571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Speaker Name</a:t>
            </a:r>
            <a:endParaRPr lang="en-US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 hasCustomPrompt="1"/>
          </p:nvPr>
        </p:nvSpPr>
        <p:spPr>
          <a:xfrm>
            <a:off x="625995" y="5430226"/>
            <a:ext cx="11061895" cy="384175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2400" b="0" i="0" kern="1200" dirty="0" smtClean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Speaker Title</a:t>
            </a:r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 hasCustomPrompt="1"/>
          </p:nvPr>
        </p:nvSpPr>
        <p:spPr>
          <a:xfrm>
            <a:off x="625995" y="5798350"/>
            <a:ext cx="11061895" cy="384175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2400" b="0" i="0" kern="1200" dirty="0" smtClean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20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GB"/>
              <a:t>Date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17723" y="4058205"/>
            <a:ext cx="11070167" cy="398668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933" b="0" i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  <a:lvl2pPr marL="406365" indent="0">
              <a:buNone/>
              <a:defRPr/>
            </a:lvl2pPr>
            <a:lvl3pPr marL="569854" indent="0">
              <a:buNone/>
              <a:defRPr/>
            </a:lvl3pPr>
            <a:lvl4pPr marL="688908" indent="0">
              <a:buNone/>
              <a:defRPr/>
            </a:lvl4pPr>
            <a:lvl5pPr marL="801608" indent="0">
              <a:buNone/>
              <a:defRPr/>
            </a:lvl5pPr>
          </a:lstStyle>
          <a:p>
            <a:pPr lvl="0"/>
            <a:r>
              <a:rPr lang="en-GB"/>
              <a:t>Subtitle Goes Here</a:t>
            </a:r>
          </a:p>
        </p:txBody>
      </p:sp>
      <p:sp>
        <p:nvSpPr>
          <p:cNvPr id="20" name="Title 1"/>
          <p:cNvSpPr>
            <a:spLocks noGrp="1"/>
          </p:cNvSpPr>
          <p:nvPr>
            <p:ph type="ctrTitle" hasCustomPrompt="1"/>
          </p:nvPr>
        </p:nvSpPr>
        <p:spPr>
          <a:xfrm>
            <a:off x="567687" y="3296223"/>
            <a:ext cx="11120203" cy="85964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5333" b="0" i="0" spc="0" baseline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CiscoSansTT ExtraLight"/>
              </a:defRPr>
            </a:lvl1pPr>
          </a:lstStyle>
          <a:p>
            <a:r>
              <a:rPr lang="en-GB"/>
              <a:t>Presentation Title Goes Here</a:t>
            </a:r>
            <a:endParaRPr lang="en-US"/>
          </a:p>
        </p:txBody>
      </p:sp>
      <p:sp>
        <p:nvSpPr>
          <p:cNvPr id="6" name="Freeform 6"/>
          <p:cNvSpPr>
            <a:spLocks noChangeAspect="1" noEditPoints="1"/>
          </p:cNvSpPr>
          <p:nvPr/>
        </p:nvSpPr>
        <p:spPr bwMode="auto">
          <a:xfrm>
            <a:off x="625995" y="521745"/>
            <a:ext cx="1060704" cy="563500"/>
          </a:xfrm>
          <a:custGeom>
            <a:avLst/>
            <a:gdLst>
              <a:gd name="T0" fmla="*/ 2671 w 3456"/>
              <a:gd name="T1" fmla="*/ 1521 h 1834"/>
              <a:gd name="T2" fmla="*/ 2857 w 3456"/>
              <a:gd name="T3" fmla="*/ 1677 h 1834"/>
              <a:gd name="T4" fmla="*/ 2975 w 3456"/>
              <a:gd name="T5" fmla="*/ 1465 h 1834"/>
              <a:gd name="T6" fmla="*/ 1129 w 3456"/>
              <a:gd name="T7" fmla="*/ 1823 h 1834"/>
              <a:gd name="T8" fmla="*/ 3082 w 3456"/>
              <a:gd name="T9" fmla="*/ 1330 h 1834"/>
              <a:gd name="T10" fmla="*/ 3082 w 3456"/>
              <a:gd name="T11" fmla="*/ 1712 h 1834"/>
              <a:gd name="T12" fmla="*/ 2700 w 3456"/>
              <a:gd name="T13" fmla="*/ 1809 h 1834"/>
              <a:gd name="T14" fmla="*/ 2513 w 3456"/>
              <a:gd name="T15" fmla="*/ 1479 h 1834"/>
              <a:gd name="T16" fmla="*/ 2783 w 3456"/>
              <a:gd name="T17" fmla="*/ 1211 h 1834"/>
              <a:gd name="T18" fmla="*/ 2351 w 3456"/>
              <a:gd name="T19" fmla="*/ 1392 h 1834"/>
              <a:gd name="T20" fmla="*/ 2136 w 3456"/>
              <a:gd name="T21" fmla="*/ 1381 h 1834"/>
              <a:gd name="T22" fmla="*/ 2093 w 3456"/>
              <a:gd name="T23" fmla="*/ 1625 h 1834"/>
              <a:gd name="T24" fmla="*/ 2335 w 3456"/>
              <a:gd name="T25" fmla="*/ 1658 h 1834"/>
              <a:gd name="T26" fmla="*/ 2174 w 3456"/>
              <a:gd name="T27" fmla="*/ 1832 h 1834"/>
              <a:gd name="T28" fmla="*/ 1903 w 3456"/>
              <a:gd name="T29" fmla="*/ 1605 h 1834"/>
              <a:gd name="T30" fmla="*/ 2047 w 3456"/>
              <a:gd name="T31" fmla="*/ 1249 h 1834"/>
              <a:gd name="T32" fmla="*/ 748 w 3456"/>
              <a:gd name="T33" fmla="*/ 1223 h 1834"/>
              <a:gd name="T34" fmla="*/ 642 w 3456"/>
              <a:gd name="T35" fmla="*/ 1359 h 1834"/>
              <a:gd name="T36" fmla="*/ 479 w 3456"/>
              <a:gd name="T37" fmla="*/ 1550 h 1834"/>
              <a:gd name="T38" fmla="*/ 697 w 3456"/>
              <a:gd name="T39" fmla="*/ 1676 h 1834"/>
              <a:gd name="T40" fmla="*/ 692 w 3456"/>
              <a:gd name="T41" fmla="*/ 1830 h 1834"/>
              <a:gd name="T42" fmla="*/ 370 w 3456"/>
              <a:gd name="T43" fmla="*/ 1710 h 1834"/>
              <a:gd name="T44" fmla="*/ 375 w 3456"/>
              <a:gd name="T45" fmla="*/ 1326 h 1834"/>
              <a:gd name="T46" fmla="*/ 1610 w 3456"/>
              <a:gd name="T47" fmla="*/ 1211 h 1834"/>
              <a:gd name="T48" fmla="*/ 1679 w 3456"/>
              <a:gd name="T49" fmla="*/ 1350 h 1834"/>
              <a:gd name="T50" fmla="*/ 1494 w 3456"/>
              <a:gd name="T51" fmla="*/ 1373 h 1834"/>
              <a:gd name="T52" fmla="*/ 1634 w 3456"/>
              <a:gd name="T53" fmla="*/ 1470 h 1834"/>
              <a:gd name="T54" fmla="*/ 1737 w 3456"/>
              <a:gd name="T55" fmla="*/ 1694 h 1834"/>
              <a:gd name="T56" fmla="*/ 1524 w 3456"/>
              <a:gd name="T57" fmla="*/ 1833 h 1834"/>
              <a:gd name="T58" fmla="*/ 1334 w 3456"/>
              <a:gd name="T59" fmla="*/ 1678 h 1834"/>
              <a:gd name="T60" fmla="*/ 1552 w 3456"/>
              <a:gd name="T61" fmla="*/ 1690 h 1834"/>
              <a:gd name="T62" fmla="*/ 1520 w 3456"/>
              <a:gd name="T63" fmla="*/ 1584 h 1834"/>
              <a:gd name="T64" fmla="*/ 1350 w 3456"/>
              <a:gd name="T65" fmla="*/ 1473 h 1834"/>
              <a:gd name="T66" fmla="*/ 1446 w 3456"/>
              <a:gd name="T67" fmla="*/ 1227 h 1834"/>
              <a:gd name="T68" fmla="*/ 3456 w 3456"/>
              <a:gd name="T69" fmla="*/ 569 h 1834"/>
              <a:gd name="T70" fmla="*/ 3328 w 3456"/>
              <a:gd name="T71" fmla="*/ 780 h 1834"/>
              <a:gd name="T72" fmla="*/ 3381 w 3456"/>
              <a:gd name="T73" fmla="*/ 493 h 1834"/>
              <a:gd name="T74" fmla="*/ 1793 w 3456"/>
              <a:gd name="T75" fmla="*/ 766 h 1834"/>
              <a:gd name="T76" fmla="*/ 1653 w 3456"/>
              <a:gd name="T77" fmla="*/ 727 h 1834"/>
              <a:gd name="T78" fmla="*/ 113 w 3456"/>
              <a:gd name="T79" fmla="*/ 503 h 1834"/>
              <a:gd name="T80" fmla="*/ 95 w 3456"/>
              <a:gd name="T81" fmla="*/ 801 h 1834"/>
              <a:gd name="T82" fmla="*/ 10 w 3456"/>
              <a:gd name="T83" fmla="*/ 531 h 1834"/>
              <a:gd name="T84" fmla="*/ 3040 w 3456"/>
              <a:gd name="T85" fmla="*/ 340 h 1834"/>
              <a:gd name="T86" fmla="*/ 2929 w 3456"/>
              <a:gd name="T87" fmla="*/ 793 h 1834"/>
              <a:gd name="T88" fmla="*/ 2947 w 3456"/>
              <a:gd name="T89" fmla="*/ 287 h 1834"/>
              <a:gd name="T90" fmla="*/ 2214 w 3456"/>
              <a:gd name="T91" fmla="*/ 748 h 1834"/>
              <a:gd name="T92" fmla="*/ 2069 w 3456"/>
              <a:gd name="T93" fmla="*/ 748 h 1834"/>
              <a:gd name="T94" fmla="*/ 1335 w 3456"/>
              <a:gd name="T95" fmla="*/ 287 h 1834"/>
              <a:gd name="T96" fmla="*/ 1353 w 3456"/>
              <a:gd name="T97" fmla="*/ 793 h 1834"/>
              <a:gd name="T98" fmla="*/ 1242 w 3456"/>
              <a:gd name="T99" fmla="*/ 340 h 1834"/>
              <a:gd name="T100" fmla="*/ 553 w 3456"/>
              <a:gd name="T101" fmla="*/ 322 h 1834"/>
              <a:gd name="T102" fmla="*/ 468 w 3456"/>
              <a:gd name="T103" fmla="*/ 801 h 1834"/>
              <a:gd name="T104" fmla="*/ 450 w 3456"/>
              <a:gd name="T105" fmla="*/ 295 h 1834"/>
              <a:gd name="T106" fmla="*/ 2630 w 3456"/>
              <a:gd name="T107" fmla="*/ 879 h 1834"/>
              <a:gd name="T108" fmla="*/ 2490 w 3456"/>
              <a:gd name="T109" fmla="*/ 917 h 1834"/>
              <a:gd name="T110" fmla="*/ 902 w 3456"/>
              <a:gd name="T111" fmla="*/ 0 h 1834"/>
              <a:gd name="T112" fmla="*/ 955 w 3456"/>
              <a:gd name="T113" fmla="*/ 931 h 1834"/>
              <a:gd name="T114" fmla="*/ 826 w 3456"/>
              <a:gd name="T115" fmla="*/ 75 h 18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3456" h="1834">
                <a:moveTo>
                  <a:pt x="2828" y="1362"/>
                </a:moveTo>
                <a:lnTo>
                  <a:pt x="2798" y="1364"/>
                </a:lnTo>
                <a:lnTo>
                  <a:pt x="2771" y="1371"/>
                </a:lnTo>
                <a:lnTo>
                  <a:pt x="2747" y="1384"/>
                </a:lnTo>
                <a:lnTo>
                  <a:pt x="2725" y="1400"/>
                </a:lnTo>
                <a:lnTo>
                  <a:pt x="2706" y="1419"/>
                </a:lnTo>
                <a:lnTo>
                  <a:pt x="2691" y="1441"/>
                </a:lnTo>
                <a:lnTo>
                  <a:pt x="2680" y="1465"/>
                </a:lnTo>
                <a:lnTo>
                  <a:pt x="2674" y="1492"/>
                </a:lnTo>
                <a:lnTo>
                  <a:pt x="2671" y="1521"/>
                </a:lnTo>
                <a:lnTo>
                  <a:pt x="2674" y="1549"/>
                </a:lnTo>
                <a:lnTo>
                  <a:pt x="2680" y="1577"/>
                </a:lnTo>
                <a:lnTo>
                  <a:pt x="2691" y="1601"/>
                </a:lnTo>
                <a:lnTo>
                  <a:pt x="2706" y="1623"/>
                </a:lnTo>
                <a:lnTo>
                  <a:pt x="2725" y="1642"/>
                </a:lnTo>
                <a:lnTo>
                  <a:pt x="2747" y="1658"/>
                </a:lnTo>
                <a:lnTo>
                  <a:pt x="2771" y="1669"/>
                </a:lnTo>
                <a:lnTo>
                  <a:pt x="2798" y="1677"/>
                </a:lnTo>
                <a:lnTo>
                  <a:pt x="2828" y="1680"/>
                </a:lnTo>
                <a:lnTo>
                  <a:pt x="2857" y="1677"/>
                </a:lnTo>
                <a:lnTo>
                  <a:pt x="2883" y="1669"/>
                </a:lnTo>
                <a:lnTo>
                  <a:pt x="2908" y="1658"/>
                </a:lnTo>
                <a:lnTo>
                  <a:pt x="2930" y="1642"/>
                </a:lnTo>
                <a:lnTo>
                  <a:pt x="2948" y="1623"/>
                </a:lnTo>
                <a:lnTo>
                  <a:pt x="2964" y="1601"/>
                </a:lnTo>
                <a:lnTo>
                  <a:pt x="2975" y="1577"/>
                </a:lnTo>
                <a:lnTo>
                  <a:pt x="2982" y="1549"/>
                </a:lnTo>
                <a:lnTo>
                  <a:pt x="2985" y="1521"/>
                </a:lnTo>
                <a:lnTo>
                  <a:pt x="2982" y="1492"/>
                </a:lnTo>
                <a:lnTo>
                  <a:pt x="2975" y="1465"/>
                </a:lnTo>
                <a:lnTo>
                  <a:pt x="2964" y="1441"/>
                </a:lnTo>
                <a:lnTo>
                  <a:pt x="2948" y="1419"/>
                </a:lnTo>
                <a:lnTo>
                  <a:pt x="2930" y="1400"/>
                </a:lnTo>
                <a:lnTo>
                  <a:pt x="2908" y="1384"/>
                </a:lnTo>
                <a:lnTo>
                  <a:pt x="2883" y="1371"/>
                </a:lnTo>
                <a:lnTo>
                  <a:pt x="2857" y="1364"/>
                </a:lnTo>
                <a:lnTo>
                  <a:pt x="2828" y="1362"/>
                </a:lnTo>
                <a:close/>
                <a:moveTo>
                  <a:pt x="977" y="1218"/>
                </a:moveTo>
                <a:lnTo>
                  <a:pt x="1129" y="1218"/>
                </a:lnTo>
                <a:lnTo>
                  <a:pt x="1129" y="1823"/>
                </a:lnTo>
                <a:lnTo>
                  <a:pt x="977" y="1823"/>
                </a:lnTo>
                <a:lnTo>
                  <a:pt x="977" y="1218"/>
                </a:lnTo>
                <a:close/>
                <a:moveTo>
                  <a:pt x="2828" y="1208"/>
                </a:moveTo>
                <a:lnTo>
                  <a:pt x="2873" y="1211"/>
                </a:lnTo>
                <a:lnTo>
                  <a:pt x="2916" y="1219"/>
                </a:lnTo>
                <a:lnTo>
                  <a:pt x="2955" y="1232"/>
                </a:lnTo>
                <a:lnTo>
                  <a:pt x="2992" y="1251"/>
                </a:lnTo>
                <a:lnTo>
                  <a:pt x="3026" y="1273"/>
                </a:lnTo>
                <a:lnTo>
                  <a:pt x="3056" y="1299"/>
                </a:lnTo>
                <a:lnTo>
                  <a:pt x="3082" y="1330"/>
                </a:lnTo>
                <a:lnTo>
                  <a:pt x="3104" y="1363"/>
                </a:lnTo>
                <a:lnTo>
                  <a:pt x="3121" y="1398"/>
                </a:lnTo>
                <a:lnTo>
                  <a:pt x="3134" y="1437"/>
                </a:lnTo>
                <a:lnTo>
                  <a:pt x="3142" y="1479"/>
                </a:lnTo>
                <a:lnTo>
                  <a:pt x="3145" y="1521"/>
                </a:lnTo>
                <a:lnTo>
                  <a:pt x="3142" y="1563"/>
                </a:lnTo>
                <a:lnTo>
                  <a:pt x="3134" y="1604"/>
                </a:lnTo>
                <a:lnTo>
                  <a:pt x="3121" y="1642"/>
                </a:lnTo>
                <a:lnTo>
                  <a:pt x="3104" y="1679"/>
                </a:lnTo>
                <a:lnTo>
                  <a:pt x="3082" y="1712"/>
                </a:lnTo>
                <a:lnTo>
                  <a:pt x="3056" y="1742"/>
                </a:lnTo>
                <a:lnTo>
                  <a:pt x="3026" y="1769"/>
                </a:lnTo>
                <a:lnTo>
                  <a:pt x="2992" y="1791"/>
                </a:lnTo>
                <a:lnTo>
                  <a:pt x="2955" y="1809"/>
                </a:lnTo>
                <a:lnTo>
                  <a:pt x="2916" y="1822"/>
                </a:lnTo>
                <a:lnTo>
                  <a:pt x="2873" y="1831"/>
                </a:lnTo>
                <a:lnTo>
                  <a:pt x="2828" y="1834"/>
                </a:lnTo>
                <a:lnTo>
                  <a:pt x="2783" y="1831"/>
                </a:lnTo>
                <a:lnTo>
                  <a:pt x="2740" y="1822"/>
                </a:lnTo>
                <a:lnTo>
                  <a:pt x="2700" y="1809"/>
                </a:lnTo>
                <a:lnTo>
                  <a:pt x="2663" y="1791"/>
                </a:lnTo>
                <a:lnTo>
                  <a:pt x="2630" y="1769"/>
                </a:lnTo>
                <a:lnTo>
                  <a:pt x="2599" y="1742"/>
                </a:lnTo>
                <a:lnTo>
                  <a:pt x="2573" y="1712"/>
                </a:lnTo>
                <a:lnTo>
                  <a:pt x="2551" y="1679"/>
                </a:lnTo>
                <a:lnTo>
                  <a:pt x="2534" y="1642"/>
                </a:lnTo>
                <a:lnTo>
                  <a:pt x="2521" y="1604"/>
                </a:lnTo>
                <a:lnTo>
                  <a:pt x="2513" y="1563"/>
                </a:lnTo>
                <a:lnTo>
                  <a:pt x="2510" y="1521"/>
                </a:lnTo>
                <a:lnTo>
                  <a:pt x="2513" y="1479"/>
                </a:lnTo>
                <a:lnTo>
                  <a:pt x="2521" y="1437"/>
                </a:lnTo>
                <a:lnTo>
                  <a:pt x="2534" y="1398"/>
                </a:lnTo>
                <a:lnTo>
                  <a:pt x="2551" y="1363"/>
                </a:lnTo>
                <a:lnTo>
                  <a:pt x="2573" y="1330"/>
                </a:lnTo>
                <a:lnTo>
                  <a:pt x="2599" y="1299"/>
                </a:lnTo>
                <a:lnTo>
                  <a:pt x="2630" y="1273"/>
                </a:lnTo>
                <a:lnTo>
                  <a:pt x="2663" y="1251"/>
                </a:lnTo>
                <a:lnTo>
                  <a:pt x="2700" y="1232"/>
                </a:lnTo>
                <a:lnTo>
                  <a:pt x="2740" y="1219"/>
                </a:lnTo>
                <a:lnTo>
                  <a:pt x="2783" y="1211"/>
                </a:lnTo>
                <a:lnTo>
                  <a:pt x="2828" y="1208"/>
                </a:lnTo>
                <a:close/>
                <a:moveTo>
                  <a:pt x="2213" y="1208"/>
                </a:moveTo>
                <a:lnTo>
                  <a:pt x="2242" y="1209"/>
                </a:lnTo>
                <a:lnTo>
                  <a:pt x="2268" y="1211"/>
                </a:lnTo>
                <a:lnTo>
                  <a:pt x="2292" y="1215"/>
                </a:lnTo>
                <a:lnTo>
                  <a:pt x="2312" y="1219"/>
                </a:lnTo>
                <a:lnTo>
                  <a:pt x="2329" y="1223"/>
                </a:lnTo>
                <a:lnTo>
                  <a:pt x="2343" y="1227"/>
                </a:lnTo>
                <a:lnTo>
                  <a:pt x="2351" y="1230"/>
                </a:lnTo>
                <a:lnTo>
                  <a:pt x="2351" y="1392"/>
                </a:lnTo>
                <a:lnTo>
                  <a:pt x="2346" y="1389"/>
                </a:lnTo>
                <a:lnTo>
                  <a:pt x="2335" y="1384"/>
                </a:lnTo>
                <a:lnTo>
                  <a:pt x="2321" y="1377"/>
                </a:lnTo>
                <a:lnTo>
                  <a:pt x="2302" y="1371"/>
                </a:lnTo>
                <a:lnTo>
                  <a:pt x="2279" y="1365"/>
                </a:lnTo>
                <a:lnTo>
                  <a:pt x="2253" y="1360"/>
                </a:lnTo>
                <a:lnTo>
                  <a:pt x="2223" y="1359"/>
                </a:lnTo>
                <a:lnTo>
                  <a:pt x="2192" y="1362"/>
                </a:lnTo>
                <a:lnTo>
                  <a:pt x="2163" y="1369"/>
                </a:lnTo>
                <a:lnTo>
                  <a:pt x="2136" y="1381"/>
                </a:lnTo>
                <a:lnTo>
                  <a:pt x="2113" y="1396"/>
                </a:lnTo>
                <a:lnTo>
                  <a:pt x="2095" y="1415"/>
                </a:lnTo>
                <a:lnTo>
                  <a:pt x="2079" y="1437"/>
                </a:lnTo>
                <a:lnTo>
                  <a:pt x="2067" y="1463"/>
                </a:lnTo>
                <a:lnTo>
                  <a:pt x="2060" y="1490"/>
                </a:lnTo>
                <a:lnTo>
                  <a:pt x="2058" y="1521"/>
                </a:lnTo>
                <a:lnTo>
                  <a:pt x="2060" y="1550"/>
                </a:lnTo>
                <a:lnTo>
                  <a:pt x="2066" y="1578"/>
                </a:lnTo>
                <a:lnTo>
                  <a:pt x="2078" y="1602"/>
                </a:lnTo>
                <a:lnTo>
                  <a:pt x="2093" y="1625"/>
                </a:lnTo>
                <a:lnTo>
                  <a:pt x="2112" y="1644"/>
                </a:lnTo>
                <a:lnTo>
                  <a:pt x="2135" y="1660"/>
                </a:lnTo>
                <a:lnTo>
                  <a:pt x="2162" y="1672"/>
                </a:lnTo>
                <a:lnTo>
                  <a:pt x="2191" y="1679"/>
                </a:lnTo>
                <a:lnTo>
                  <a:pt x="2223" y="1682"/>
                </a:lnTo>
                <a:lnTo>
                  <a:pt x="2253" y="1680"/>
                </a:lnTo>
                <a:lnTo>
                  <a:pt x="2279" y="1676"/>
                </a:lnTo>
                <a:lnTo>
                  <a:pt x="2301" y="1671"/>
                </a:lnTo>
                <a:lnTo>
                  <a:pt x="2321" y="1664"/>
                </a:lnTo>
                <a:lnTo>
                  <a:pt x="2335" y="1658"/>
                </a:lnTo>
                <a:lnTo>
                  <a:pt x="2346" y="1653"/>
                </a:lnTo>
                <a:lnTo>
                  <a:pt x="2351" y="1649"/>
                </a:lnTo>
                <a:lnTo>
                  <a:pt x="2351" y="1812"/>
                </a:lnTo>
                <a:lnTo>
                  <a:pt x="2339" y="1816"/>
                </a:lnTo>
                <a:lnTo>
                  <a:pt x="2322" y="1820"/>
                </a:lnTo>
                <a:lnTo>
                  <a:pt x="2300" y="1826"/>
                </a:lnTo>
                <a:lnTo>
                  <a:pt x="2275" y="1830"/>
                </a:lnTo>
                <a:lnTo>
                  <a:pt x="2245" y="1833"/>
                </a:lnTo>
                <a:lnTo>
                  <a:pt x="2213" y="1834"/>
                </a:lnTo>
                <a:lnTo>
                  <a:pt x="2174" y="1832"/>
                </a:lnTo>
                <a:lnTo>
                  <a:pt x="2136" y="1826"/>
                </a:lnTo>
                <a:lnTo>
                  <a:pt x="2100" y="1815"/>
                </a:lnTo>
                <a:lnTo>
                  <a:pt x="2065" y="1801"/>
                </a:lnTo>
                <a:lnTo>
                  <a:pt x="2033" y="1783"/>
                </a:lnTo>
                <a:lnTo>
                  <a:pt x="2002" y="1762"/>
                </a:lnTo>
                <a:lnTo>
                  <a:pt x="1975" y="1737"/>
                </a:lnTo>
                <a:lnTo>
                  <a:pt x="1952" y="1710"/>
                </a:lnTo>
                <a:lnTo>
                  <a:pt x="1931" y="1678"/>
                </a:lnTo>
                <a:lnTo>
                  <a:pt x="1915" y="1643"/>
                </a:lnTo>
                <a:lnTo>
                  <a:pt x="1903" y="1605"/>
                </a:lnTo>
                <a:lnTo>
                  <a:pt x="1896" y="1564"/>
                </a:lnTo>
                <a:lnTo>
                  <a:pt x="1892" y="1521"/>
                </a:lnTo>
                <a:lnTo>
                  <a:pt x="1896" y="1477"/>
                </a:lnTo>
                <a:lnTo>
                  <a:pt x="1904" y="1434"/>
                </a:lnTo>
                <a:lnTo>
                  <a:pt x="1917" y="1395"/>
                </a:lnTo>
                <a:lnTo>
                  <a:pt x="1934" y="1359"/>
                </a:lnTo>
                <a:lnTo>
                  <a:pt x="1957" y="1326"/>
                </a:lnTo>
                <a:lnTo>
                  <a:pt x="1984" y="1296"/>
                </a:lnTo>
                <a:lnTo>
                  <a:pt x="2014" y="1271"/>
                </a:lnTo>
                <a:lnTo>
                  <a:pt x="2047" y="1249"/>
                </a:lnTo>
                <a:lnTo>
                  <a:pt x="2085" y="1231"/>
                </a:lnTo>
                <a:lnTo>
                  <a:pt x="2125" y="1218"/>
                </a:lnTo>
                <a:lnTo>
                  <a:pt x="2168" y="1211"/>
                </a:lnTo>
                <a:lnTo>
                  <a:pt x="2213" y="1208"/>
                </a:lnTo>
                <a:close/>
                <a:moveTo>
                  <a:pt x="630" y="1208"/>
                </a:moveTo>
                <a:lnTo>
                  <a:pt x="660" y="1209"/>
                </a:lnTo>
                <a:lnTo>
                  <a:pt x="687" y="1211"/>
                </a:lnTo>
                <a:lnTo>
                  <a:pt x="711" y="1215"/>
                </a:lnTo>
                <a:lnTo>
                  <a:pt x="731" y="1219"/>
                </a:lnTo>
                <a:lnTo>
                  <a:pt x="748" y="1223"/>
                </a:lnTo>
                <a:lnTo>
                  <a:pt x="760" y="1227"/>
                </a:lnTo>
                <a:lnTo>
                  <a:pt x="769" y="1230"/>
                </a:lnTo>
                <a:lnTo>
                  <a:pt x="769" y="1392"/>
                </a:lnTo>
                <a:lnTo>
                  <a:pt x="763" y="1389"/>
                </a:lnTo>
                <a:lnTo>
                  <a:pt x="754" y="1384"/>
                </a:lnTo>
                <a:lnTo>
                  <a:pt x="739" y="1377"/>
                </a:lnTo>
                <a:lnTo>
                  <a:pt x="721" y="1371"/>
                </a:lnTo>
                <a:lnTo>
                  <a:pt x="697" y="1365"/>
                </a:lnTo>
                <a:lnTo>
                  <a:pt x="671" y="1360"/>
                </a:lnTo>
                <a:lnTo>
                  <a:pt x="642" y="1359"/>
                </a:lnTo>
                <a:lnTo>
                  <a:pt x="611" y="1362"/>
                </a:lnTo>
                <a:lnTo>
                  <a:pt x="581" y="1369"/>
                </a:lnTo>
                <a:lnTo>
                  <a:pt x="555" y="1381"/>
                </a:lnTo>
                <a:lnTo>
                  <a:pt x="532" y="1396"/>
                </a:lnTo>
                <a:lnTo>
                  <a:pt x="513" y="1415"/>
                </a:lnTo>
                <a:lnTo>
                  <a:pt x="497" y="1437"/>
                </a:lnTo>
                <a:lnTo>
                  <a:pt x="485" y="1463"/>
                </a:lnTo>
                <a:lnTo>
                  <a:pt x="479" y="1490"/>
                </a:lnTo>
                <a:lnTo>
                  <a:pt x="475" y="1521"/>
                </a:lnTo>
                <a:lnTo>
                  <a:pt x="479" y="1550"/>
                </a:lnTo>
                <a:lnTo>
                  <a:pt x="485" y="1578"/>
                </a:lnTo>
                <a:lnTo>
                  <a:pt x="496" y="1602"/>
                </a:lnTo>
                <a:lnTo>
                  <a:pt x="512" y="1625"/>
                </a:lnTo>
                <a:lnTo>
                  <a:pt x="531" y="1644"/>
                </a:lnTo>
                <a:lnTo>
                  <a:pt x="554" y="1660"/>
                </a:lnTo>
                <a:lnTo>
                  <a:pt x="580" y="1672"/>
                </a:lnTo>
                <a:lnTo>
                  <a:pt x="610" y="1679"/>
                </a:lnTo>
                <a:lnTo>
                  <a:pt x="642" y="1682"/>
                </a:lnTo>
                <a:lnTo>
                  <a:pt x="671" y="1680"/>
                </a:lnTo>
                <a:lnTo>
                  <a:pt x="697" y="1676"/>
                </a:lnTo>
                <a:lnTo>
                  <a:pt x="719" y="1671"/>
                </a:lnTo>
                <a:lnTo>
                  <a:pt x="738" y="1664"/>
                </a:lnTo>
                <a:lnTo>
                  <a:pt x="753" y="1658"/>
                </a:lnTo>
                <a:lnTo>
                  <a:pt x="763" y="1653"/>
                </a:lnTo>
                <a:lnTo>
                  <a:pt x="769" y="1649"/>
                </a:lnTo>
                <a:lnTo>
                  <a:pt x="769" y="1812"/>
                </a:lnTo>
                <a:lnTo>
                  <a:pt x="757" y="1816"/>
                </a:lnTo>
                <a:lnTo>
                  <a:pt x="740" y="1820"/>
                </a:lnTo>
                <a:lnTo>
                  <a:pt x="718" y="1826"/>
                </a:lnTo>
                <a:lnTo>
                  <a:pt x="692" y="1830"/>
                </a:lnTo>
                <a:lnTo>
                  <a:pt x="663" y="1833"/>
                </a:lnTo>
                <a:lnTo>
                  <a:pt x="630" y="1834"/>
                </a:lnTo>
                <a:lnTo>
                  <a:pt x="592" y="1832"/>
                </a:lnTo>
                <a:lnTo>
                  <a:pt x="554" y="1826"/>
                </a:lnTo>
                <a:lnTo>
                  <a:pt x="518" y="1815"/>
                </a:lnTo>
                <a:lnTo>
                  <a:pt x="484" y="1801"/>
                </a:lnTo>
                <a:lnTo>
                  <a:pt x="451" y="1783"/>
                </a:lnTo>
                <a:lnTo>
                  <a:pt x="421" y="1762"/>
                </a:lnTo>
                <a:lnTo>
                  <a:pt x="394" y="1737"/>
                </a:lnTo>
                <a:lnTo>
                  <a:pt x="370" y="1710"/>
                </a:lnTo>
                <a:lnTo>
                  <a:pt x="350" y="1678"/>
                </a:lnTo>
                <a:lnTo>
                  <a:pt x="333" y="1643"/>
                </a:lnTo>
                <a:lnTo>
                  <a:pt x="322" y="1605"/>
                </a:lnTo>
                <a:lnTo>
                  <a:pt x="314" y="1564"/>
                </a:lnTo>
                <a:lnTo>
                  <a:pt x="311" y="1521"/>
                </a:lnTo>
                <a:lnTo>
                  <a:pt x="314" y="1477"/>
                </a:lnTo>
                <a:lnTo>
                  <a:pt x="323" y="1434"/>
                </a:lnTo>
                <a:lnTo>
                  <a:pt x="335" y="1395"/>
                </a:lnTo>
                <a:lnTo>
                  <a:pt x="353" y="1359"/>
                </a:lnTo>
                <a:lnTo>
                  <a:pt x="375" y="1326"/>
                </a:lnTo>
                <a:lnTo>
                  <a:pt x="402" y="1296"/>
                </a:lnTo>
                <a:lnTo>
                  <a:pt x="433" y="1271"/>
                </a:lnTo>
                <a:lnTo>
                  <a:pt x="466" y="1249"/>
                </a:lnTo>
                <a:lnTo>
                  <a:pt x="503" y="1231"/>
                </a:lnTo>
                <a:lnTo>
                  <a:pt x="544" y="1218"/>
                </a:lnTo>
                <a:lnTo>
                  <a:pt x="585" y="1211"/>
                </a:lnTo>
                <a:lnTo>
                  <a:pt x="630" y="1208"/>
                </a:lnTo>
                <a:close/>
                <a:moveTo>
                  <a:pt x="1556" y="1208"/>
                </a:moveTo>
                <a:lnTo>
                  <a:pt x="1583" y="1209"/>
                </a:lnTo>
                <a:lnTo>
                  <a:pt x="1610" y="1211"/>
                </a:lnTo>
                <a:lnTo>
                  <a:pt x="1634" y="1213"/>
                </a:lnTo>
                <a:lnTo>
                  <a:pt x="1656" y="1217"/>
                </a:lnTo>
                <a:lnTo>
                  <a:pt x="1675" y="1220"/>
                </a:lnTo>
                <a:lnTo>
                  <a:pt x="1689" y="1223"/>
                </a:lnTo>
                <a:lnTo>
                  <a:pt x="1699" y="1226"/>
                </a:lnTo>
                <a:lnTo>
                  <a:pt x="1704" y="1227"/>
                </a:lnTo>
                <a:lnTo>
                  <a:pt x="1704" y="1356"/>
                </a:lnTo>
                <a:lnTo>
                  <a:pt x="1700" y="1355"/>
                </a:lnTo>
                <a:lnTo>
                  <a:pt x="1691" y="1353"/>
                </a:lnTo>
                <a:lnTo>
                  <a:pt x="1679" y="1350"/>
                </a:lnTo>
                <a:lnTo>
                  <a:pt x="1663" y="1347"/>
                </a:lnTo>
                <a:lnTo>
                  <a:pt x="1645" y="1343"/>
                </a:lnTo>
                <a:lnTo>
                  <a:pt x="1625" y="1340"/>
                </a:lnTo>
                <a:lnTo>
                  <a:pt x="1605" y="1338"/>
                </a:lnTo>
                <a:lnTo>
                  <a:pt x="1586" y="1337"/>
                </a:lnTo>
                <a:lnTo>
                  <a:pt x="1557" y="1339"/>
                </a:lnTo>
                <a:lnTo>
                  <a:pt x="1534" y="1344"/>
                </a:lnTo>
                <a:lnTo>
                  <a:pt x="1515" y="1351"/>
                </a:lnTo>
                <a:lnTo>
                  <a:pt x="1502" y="1362"/>
                </a:lnTo>
                <a:lnTo>
                  <a:pt x="1494" y="1373"/>
                </a:lnTo>
                <a:lnTo>
                  <a:pt x="1491" y="1387"/>
                </a:lnTo>
                <a:lnTo>
                  <a:pt x="1494" y="1402"/>
                </a:lnTo>
                <a:lnTo>
                  <a:pt x="1501" y="1413"/>
                </a:lnTo>
                <a:lnTo>
                  <a:pt x="1511" y="1423"/>
                </a:lnTo>
                <a:lnTo>
                  <a:pt x="1523" y="1430"/>
                </a:lnTo>
                <a:lnTo>
                  <a:pt x="1536" y="1436"/>
                </a:lnTo>
                <a:lnTo>
                  <a:pt x="1549" y="1441"/>
                </a:lnTo>
                <a:lnTo>
                  <a:pt x="1560" y="1445"/>
                </a:lnTo>
                <a:lnTo>
                  <a:pt x="1602" y="1458"/>
                </a:lnTo>
                <a:lnTo>
                  <a:pt x="1634" y="1470"/>
                </a:lnTo>
                <a:lnTo>
                  <a:pt x="1661" y="1484"/>
                </a:lnTo>
                <a:lnTo>
                  <a:pt x="1684" y="1501"/>
                </a:lnTo>
                <a:lnTo>
                  <a:pt x="1703" y="1519"/>
                </a:lnTo>
                <a:lnTo>
                  <a:pt x="1719" y="1539"/>
                </a:lnTo>
                <a:lnTo>
                  <a:pt x="1731" y="1560"/>
                </a:lnTo>
                <a:lnTo>
                  <a:pt x="1740" y="1583"/>
                </a:lnTo>
                <a:lnTo>
                  <a:pt x="1745" y="1606"/>
                </a:lnTo>
                <a:lnTo>
                  <a:pt x="1746" y="1630"/>
                </a:lnTo>
                <a:lnTo>
                  <a:pt x="1744" y="1664"/>
                </a:lnTo>
                <a:lnTo>
                  <a:pt x="1737" y="1694"/>
                </a:lnTo>
                <a:lnTo>
                  <a:pt x="1727" y="1720"/>
                </a:lnTo>
                <a:lnTo>
                  <a:pt x="1712" y="1744"/>
                </a:lnTo>
                <a:lnTo>
                  <a:pt x="1696" y="1764"/>
                </a:lnTo>
                <a:lnTo>
                  <a:pt x="1676" y="1781"/>
                </a:lnTo>
                <a:lnTo>
                  <a:pt x="1654" y="1796"/>
                </a:lnTo>
                <a:lnTo>
                  <a:pt x="1630" y="1809"/>
                </a:lnTo>
                <a:lnTo>
                  <a:pt x="1604" y="1818"/>
                </a:lnTo>
                <a:lnTo>
                  <a:pt x="1578" y="1826"/>
                </a:lnTo>
                <a:lnTo>
                  <a:pt x="1551" y="1830"/>
                </a:lnTo>
                <a:lnTo>
                  <a:pt x="1524" y="1833"/>
                </a:lnTo>
                <a:lnTo>
                  <a:pt x="1498" y="1834"/>
                </a:lnTo>
                <a:lnTo>
                  <a:pt x="1467" y="1833"/>
                </a:lnTo>
                <a:lnTo>
                  <a:pt x="1439" y="1832"/>
                </a:lnTo>
                <a:lnTo>
                  <a:pt x="1412" y="1829"/>
                </a:lnTo>
                <a:lnTo>
                  <a:pt x="1388" y="1827"/>
                </a:lnTo>
                <a:lnTo>
                  <a:pt x="1368" y="1823"/>
                </a:lnTo>
                <a:lnTo>
                  <a:pt x="1351" y="1820"/>
                </a:lnTo>
                <a:lnTo>
                  <a:pt x="1339" y="1818"/>
                </a:lnTo>
                <a:lnTo>
                  <a:pt x="1334" y="1817"/>
                </a:lnTo>
                <a:lnTo>
                  <a:pt x="1334" y="1678"/>
                </a:lnTo>
                <a:lnTo>
                  <a:pt x="1343" y="1680"/>
                </a:lnTo>
                <a:lnTo>
                  <a:pt x="1356" y="1684"/>
                </a:lnTo>
                <a:lnTo>
                  <a:pt x="1375" y="1688"/>
                </a:lnTo>
                <a:lnTo>
                  <a:pt x="1397" y="1693"/>
                </a:lnTo>
                <a:lnTo>
                  <a:pt x="1422" y="1697"/>
                </a:lnTo>
                <a:lnTo>
                  <a:pt x="1448" y="1700"/>
                </a:lnTo>
                <a:lnTo>
                  <a:pt x="1477" y="1701"/>
                </a:lnTo>
                <a:lnTo>
                  <a:pt x="1507" y="1699"/>
                </a:lnTo>
                <a:lnTo>
                  <a:pt x="1531" y="1696"/>
                </a:lnTo>
                <a:lnTo>
                  <a:pt x="1552" y="1690"/>
                </a:lnTo>
                <a:lnTo>
                  <a:pt x="1568" y="1681"/>
                </a:lnTo>
                <a:lnTo>
                  <a:pt x="1578" y="1671"/>
                </a:lnTo>
                <a:lnTo>
                  <a:pt x="1585" y="1658"/>
                </a:lnTo>
                <a:lnTo>
                  <a:pt x="1587" y="1644"/>
                </a:lnTo>
                <a:lnTo>
                  <a:pt x="1585" y="1629"/>
                </a:lnTo>
                <a:lnTo>
                  <a:pt x="1578" y="1618"/>
                </a:lnTo>
                <a:lnTo>
                  <a:pt x="1567" y="1607"/>
                </a:lnTo>
                <a:lnTo>
                  <a:pt x="1553" y="1598"/>
                </a:lnTo>
                <a:lnTo>
                  <a:pt x="1537" y="1590"/>
                </a:lnTo>
                <a:lnTo>
                  <a:pt x="1520" y="1584"/>
                </a:lnTo>
                <a:lnTo>
                  <a:pt x="1509" y="1581"/>
                </a:lnTo>
                <a:lnTo>
                  <a:pt x="1498" y="1577"/>
                </a:lnTo>
                <a:lnTo>
                  <a:pt x="1487" y="1574"/>
                </a:lnTo>
                <a:lnTo>
                  <a:pt x="1462" y="1565"/>
                </a:lnTo>
                <a:lnTo>
                  <a:pt x="1439" y="1555"/>
                </a:lnTo>
                <a:lnTo>
                  <a:pt x="1416" y="1542"/>
                </a:lnTo>
                <a:lnTo>
                  <a:pt x="1396" y="1528"/>
                </a:lnTo>
                <a:lnTo>
                  <a:pt x="1378" y="1512"/>
                </a:lnTo>
                <a:lnTo>
                  <a:pt x="1363" y="1494"/>
                </a:lnTo>
                <a:lnTo>
                  <a:pt x="1350" y="1473"/>
                </a:lnTo>
                <a:lnTo>
                  <a:pt x="1341" y="1451"/>
                </a:lnTo>
                <a:lnTo>
                  <a:pt x="1334" y="1425"/>
                </a:lnTo>
                <a:lnTo>
                  <a:pt x="1332" y="1396"/>
                </a:lnTo>
                <a:lnTo>
                  <a:pt x="1334" y="1364"/>
                </a:lnTo>
                <a:lnTo>
                  <a:pt x="1342" y="1333"/>
                </a:lnTo>
                <a:lnTo>
                  <a:pt x="1354" y="1306"/>
                </a:lnTo>
                <a:lnTo>
                  <a:pt x="1371" y="1281"/>
                </a:lnTo>
                <a:lnTo>
                  <a:pt x="1392" y="1259"/>
                </a:lnTo>
                <a:lnTo>
                  <a:pt x="1417" y="1241"/>
                </a:lnTo>
                <a:lnTo>
                  <a:pt x="1446" y="1227"/>
                </a:lnTo>
                <a:lnTo>
                  <a:pt x="1479" y="1216"/>
                </a:lnTo>
                <a:lnTo>
                  <a:pt x="1515" y="1210"/>
                </a:lnTo>
                <a:lnTo>
                  <a:pt x="1556" y="1208"/>
                </a:lnTo>
                <a:close/>
                <a:moveTo>
                  <a:pt x="3381" y="493"/>
                </a:moveTo>
                <a:lnTo>
                  <a:pt x="3400" y="496"/>
                </a:lnTo>
                <a:lnTo>
                  <a:pt x="3418" y="503"/>
                </a:lnTo>
                <a:lnTo>
                  <a:pt x="3434" y="515"/>
                </a:lnTo>
                <a:lnTo>
                  <a:pt x="3446" y="531"/>
                </a:lnTo>
                <a:lnTo>
                  <a:pt x="3453" y="548"/>
                </a:lnTo>
                <a:lnTo>
                  <a:pt x="3456" y="569"/>
                </a:lnTo>
                <a:lnTo>
                  <a:pt x="3456" y="727"/>
                </a:lnTo>
                <a:lnTo>
                  <a:pt x="3453" y="748"/>
                </a:lnTo>
                <a:lnTo>
                  <a:pt x="3446" y="766"/>
                </a:lnTo>
                <a:lnTo>
                  <a:pt x="3434" y="780"/>
                </a:lnTo>
                <a:lnTo>
                  <a:pt x="3418" y="793"/>
                </a:lnTo>
                <a:lnTo>
                  <a:pt x="3400" y="801"/>
                </a:lnTo>
                <a:lnTo>
                  <a:pt x="3381" y="803"/>
                </a:lnTo>
                <a:lnTo>
                  <a:pt x="3361" y="801"/>
                </a:lnTo>
                <a:lnTo>
                  <a:pt x="3343" y="793"/>
                </a:lnTo>
                <a:lnTo>
                  <a:pt x="3328" y="780"/>
                </a:lnTo>
                <a:lnTo>
                  <a:pt x="3316" y="766"/>
                </a:lnTo>
                <a:lnTo>
                  <a:pt x="3308" y="748"/>
                </a:lnTo>
                <a:lnTo>
                  <a:pt x="3306" y="727"/>
                </a:lnTo>
                <a:lnTo>
                  <a:pt x="3306" y="569"/>
                </a:lnTo>
                <a:lnTo>
                  <a:pt x="3308" y="548"/>
                </a:lnTo>
                <a:lnTo>
                  <a:pt x="3316" y="531"/>
                </a:lnTo>
                <a:lnTo>
                  <a:pt x="3328" y="515"/>
                </a:lnTo>
                <a:lnTo>
                  <a:pt x="3343" y="503"/>
                </a:lnTo>
                <a:lnTo>
                  <a:pt x="3361" y="496"/>
                </a:lnTo>
                <a:lnTo>
                  <a:pt x="3381" y="493"/>
                </a:lnTo>
                <a:close/>
                <a:moveTo>
                  <a:pt x="1728" y="493"/>
                </a:moveTo>
                <a:lnTo>
                  <a:pt x="1748" y="496"/>
                </a:lnTo>
                <a:lnTo>
                  <a:pt x="1766" y="503"/>
                </a:lnTo>
                <a:lnTo>
                  <a:pt x="1781" y="515"/>
                </a:lnTo>
                <a:lnTo>
                  <a:pt x="1793" y="531"/>
                </a:lnTo>
                <a:lnTo>
                  <a:pt x="1800" y="548"/>
                </a:lnTo>
                <a:lnTo>
                  <a:pt x="1803" y="569"/>
                </a:lnTo>
                <a:lnTo>
                  <a:pt x="1803" y="727"/>
                </a:lnTo>
                <a:lnTo>
                  <a:pt x="1800" y="748"/>
                </a:lnTo>
                <a:lnTo>
                  <a:pt x="1793" y="766"/>
                </a:lnTo>
                <a:lnTo>
                  <a:pt x="1781" y="780"/>
                </a:lnTo>
                <a:lnTo>
                  <a:pt x="1766" y="793"/>
                </a:lnTo>
                <a:lnTo>
                  <a:pt x="1748" y="801"/>
                </a:lnTo>
                <a:lnTo>
                  <a:pt x="1728" y="803"/>
                </a:lnTo>
                <a:lnTo>
                  <a:pt x="1708" y="801"/>
                </a:lnTo>
                <a:lnTo>
                  <a:pt x="1690" y="793"/>
                </a:lnTo>
                <a:lnTo>
                  <a:pt x="1675" y="780"/>
                </a:lnTo>
                <a:lnTo>
                  <a:pt x="1663" y="766"/>
                </a:lnTo>
                <a:lnTo>
                  <a:pt x="1656" y="748"/>
                </a:lnTo>
                <a:lnTo>
                  <a:pt x="1653" y="727"/>
                </a:lnTo>
                <a:lnTo>
                  <a:pt x="1653" y="569"/>
                </a:lnTo>
                <a:lnTo>
                  <a:pt x="1656" y="548"/>
                </a:lnTo>
                <a:lnTo>
                  <a:pt x="1663" y="531"/>
                </a:lnTo>
                <a:lnTo>
                  <a:pt x="1675" y="515"/>
                </a:lnTo>
                <a:lnTo>
                  <a:pt x="1690" y="503"/>
                </a:lnTo>
                <a:lnTo>
                  <a:pt x="1708" y="496"/>
                </a:lnTo>
                <a:lnTo>
                  <a:pt x="1728" y="493"/>
                </a:lnTo>
                <a:close/>
                <a:moveTo>
                  <a:pt x="75" y="493"/>
                </a:moveTo>
                <a:lnTo>
                  <a:pt x="95" y="496"/>
                </a:lnTo>
                <a:lnTo>
                  <a:pt x="113" y="503"/>
                </a:lnTo>
                <a:lnTo>
                  <a:pt x="129" y="515"/>
                </a:lnTo>
                <a:lnTo>
                  <a:pt x="140" y="531"/>
                </a:lnTo>
                <a:lnTo>
                  <a:pt x="148" y="548"/>
                </a:lnTo>
                <a:lnTo>
                  <a:pt x="151" y="569"/>
                </a:lnTo>
                <a:lnTo>
                  <a:pt x="151" y="727"/>
                </a:lnTo>
                <a:lnTo>
                  <a:pt x="148" y="748"/>
                </a:lnTo>
                <a:lnTo>
                  <a:pt x="140" y="766"/>
                </a:lnTo>
                <a:lnTo>
                  <a:pt x="129" y="780"/>
                </a:lnTo>
                <a:lnTo>
                  <a:pt x="113" y="793"/>
                </a:lnTo>
                <a:lnTo>
                  <a:pt x="95" y="801"/>
                </a:lnTo>
                <a:lnTo>
                  <a:pt x="75" y="803"/>
                </a:lnTo>
                <a:lnTo>
                  <a:pt x="56" y="801"/>
                </a:lnTo>
                <a:lnTo>
                  <a:pt x="38" y="793"/>
                </a:lnTo>
                <a:lnTo>
                  <a:pt x="22" y="780"/>
                </a:lnTo>
                <a:lnTo>
                  <a:pt x="10" y="766"/>
                </a:lnTo>
                <a:lnTo>
                  <a:pt x="3" y="748"/>
                </a:lnTo>
                <a:lnTo>
                  <a:pt x="0" y="727"/>
                </a:lnTo>
                <a:lnTo>
                  <a:pt x="0" y="569"/>
                </a:lnTo>
                <a:lnTo>
                  <a:pt x="3" y="548"/>
                </a:lnTo>
                <a:lnTo>
                  <a:pt x="10" y="531"/>
                </a:lnTo>
                <a:lnTo>
                  <a:pt x="22" y="515"/>
                </a:lnTo>
                <a:lnTo>
                  <a:pt x="38" y="503"/>
                </a:lnTo>
                <a:lnTo>
                  <a:pt x="56" y="496"/>
                </a:lnTo>
                <a:lnTo>
                  <a:pt x="75" y="493"/>
                </a:lnTo>
                <a:close/>
                <a:moveTo>
                  <a:pt x="2968" y="285"/>
                </a:moveTo>
                <a:lnTo>
                  <a:pt x="2988" y="287"/>
                </a:lnTo>
                <a:lnTo>
                  <a:pt x="3006" y="295"/>
                </a:lnTo>
                <a:lnTo>
                  <a:pt x="3021" y="307"/>
                </a:lnTo>
                <a:lnTo>
                  <a:pt x="3033" y="322"/>
                </a:lnTo>
                <a:lnTo>
                  <a:pt x="3040" y="340"/>
                </a:lnTo>
                <a:lnTo>
                  <a:pt x="3043" y="360"/>
                </a:lnTo>
                <a:lnTo>
                  <a:pt x="3043" y="727"/>
                </a:lnTo>
                <a:lnTo>
                  <a:pt x="3040" y="748"/>
                </a:lnTo>
                <a:lnTo>
                  <a:pt x="3033" y="766"/>
                </a:lnTo>
                <a:lnTo>
                  <a:pt x="3021" y="780"/>
                </a:lnTo>
                <a:lnTo>
                  <a:pt x="3006" y="793"/>
                </a:lnTo>
                <a:lnTo>
                  <a:pt x="2988" y="801"/>
                </a:lnTo>
                <a:lnTo>
                  <a:pt x="2968" y="803"/>
                </a:lnTo>
                <a:lnTo>
                  <a:pt x="2947" y="801"/>
                </a:lnTo>
                <a:lnTo>
                  <a:pt x="2929" y="793"/>
                </a:lnTo>
                <a:lnTo>
                  <a:pt x="2915" y="780"/>
                </a:lnTo>
                <a:lnTo>
                  <a:pt x="2903" y="766"/>
                </a:lnTo>
                <a:lnTo>
                  <a:pt x="2895" y="748"/>
                </a:lnTo>
                <a:lnTo>
                  <a:pt x="2893" y="727"/>
                </a:lnTo>
                <a:lnTo>
                  <a:pt x="2893" y="360"/>
                </a:lnTo>
                <a:lnTo>
                  <a:pt x="2895" y="340"/>
                </a:lnTo>
                <a:lnTo>
                  <a:pt x="2903" y="322"/>
                </a:lnTo>
                <a:lnTo>
                  <a:pt x="2915" y="307"/>
                </a:lnTo>
                <a:lnTo>
                  <a:pt x="2929" y="295"/>
                </a:lnTo>
                <a:lnTo>
                  <a:pt x="2947" y="287"/>
                </a:lnTo>
                <a:lnTo>
                  <a:pt x="2968" y="285"/>
                </a:lnTo>
                <a:close/>
                <a:moveTo>
                  <a:pt x="2142" y="285"/>
                </a:moveTo>
                <a:lnTo>
                  <a:pt x="2162" y="287"/>
                </a:lnTo>
                <a:lnTo>
                  <a:pt x="2179" y="295"/>
                </a:lnTo>
                <a:lnTo>
                  <a:pt x="2194" y="307"/>
                </a:lnTo>
                <a:lnTo>
                  <a:pt x="2207" y="322"/>
                </a:lnTo>
                <a:lnTo>
                  <a:pt x="2214" y="340"/>
                </a:lnTo>
                <a:lnTo>
                  <a:pt x="2216" y="360"/>
                </a:lnTo>
                <a:lnTo>
                  <a:pt x="2216" y="727"/>
                </a:lnTo>
                <a:lnTo>
                  <a:pt x="2214" y="748"/>
                </a:lnTo>
                <a:lnTo>
                  <a:pt x="2207" y="766"/>
                </a:lnTo>
                <a:lnTo>
                  <a:pt x="2194" y="780"/>
                </a:lnTo>
                <a:lnTo>
                  <a:pt x="2179" y="793"/>
                </a:lnTo>
                <a:lnTo>
                  <a:pt x="2162" y="801"/>
                </a:lnTo>
                <a:lnTo>
                  <a:pt x="2142" y="803"/>
                </a:lnTo>
                <a:lnTo>
                  <a:pt x="2122" y="801"/>
                </a:lnTo>
                <a:lnTo>
                  <a:pt x="2104" y="793"/>
                </a:lnTo>
                <a:lnTo>
                  <a:pt x="2088" y="780"/>
                </a:lnTo>
                <a:lnTo>
                  <a:pt x="2077" y="766"/>
                </a:lnTo>
                <a:lnTo>
                  <a:pt x="2069" y="748"/>
                </a:lnTo>
                <a:lnTo>
                  <a:pt x="2066" y="727"/>
                </a:lnTo>
                <a:lnTo>
                  <a:pt x="2066" y="360"/>
                </a:lnTo>
                <a:lnTo>
                  <a:pt x="2069" y="340"/>
                </a:lnTo>
                <a:lnTo>
                  <a:pt x="2077" y="322"/>
                </a:lnTo>
                <a:lnTo>
                  <a:pt x="2088" y="307"/>
                </a:lnTo>
                <a:lnTo>
                  <a:pt x="2104" y="295"/>
                </a:lnTo>
                <a:lnTo>
                  <a:pt x="2122" y="287"/>
                </a:lnTo>
                <a:lnTo>
                  <a:pt x="2142" y="285"/>
                </a:lnTo>
                <a:close/>
                <a:moveTo>
                  <a:pt x="1315" y="285"/>
                </a:moveTo>
                <a:lnTo>
                  <a:pt x="1335" y="287"/>
                </a:lnTo>
                <a:lnTo>
                  <a:pt x="1353" y="295"/>
                </a:lnTo>
                <a:lnTo>
                  <a:pt x="1368" y="307"/>
                </a:lnTo>
                <a:lnTo>
                  <a:pt x="1380" y="322"/>
                </a:lnTo>
                <a:lnTo>
                  <a:pt x="1388" y="340"/>
                </a:lnTo>
                <a:lnTo>
                  <a:pt x="1390" y="360"/>
                </a:lnTo>
                <a:lnTo>
                  <a:pt x="1390" y="727"/>
                </a:lnTo>
                <a:lnTo>
                  <a:pt x="1388" y="748"/>
                </a:lnTo>
                <a:lnTo>
                  <a:pt x="1380" y="766"/>
                </a:lnTo>
                <a:lnTo>
                  <a:pt x="1368" y="780"/>
                </a:lnTo>
                <a:lnTo>
                  <a:pt x="1353" y="793"/>
                </a:lnTo>
                <a:lnTo>
                  <a:pt x="1335" y="801"/>
                </a:lnTo>
                <a:lnTo>
                  <a:pt x="1315" y="803"/>
                </a:lnTo>
                <a:lnTo>
                  <a:pt x="1295" y="801"/>
                </a:lnTo>
                <a:lnTo>
                  <a:pt x="1277" y="793"/>
                </a:lnTo>
                <a:lnTo>
                  <a:pt x="1262" y="780"/>
                </a:lnTo>
                <a:lnTo>
                  <a:pt x="1250" y="766"/>
                </a:lnTo>
                <a:lnTo>
                  <a:pt x="1242" y="748"/>
                </a:lnTo>
                <a:lnTo>
                  <a:pt x="1240" y="727"/>
                </a:lnTo>
                <a:lnTo>
                  <a:pt x="1240" y="360"/>
                </a:lnTo>
                <a:lnTo>
                  <a:pt x="1242" y="340"/>
                </a:lnTo>
                <a:lnTo>
                  <a:pt x="1250" y="322"/>
                </a:lnTo>
                <a:lnTo>
                  <a:pt x="1262" y="307"/>
                </a:lnTo>
                <a:lnTo>
                  <a:pt x="1277" y="295"/>
                </a:lnTo>
                <a:lnTo>
                  <a:pt x="1295" y="287"/>
                </a:lnTo>
                <a:lnTo>
                  <a:pt x="1315" y="285"/>
                </a:lnTo>
                <a:close/>
                <a:moveTo>
                  <a:pt x="488" y="285"/>
                </a:moveTo>
                <a:lnTo>
                  <a:pt x="508" y="287"/>
                </a:lnTo>
                <a:lnTo>
                  <a:pt x="527" y="295"/>
                </a:lnTo>
                <a:lnTo>
                  <a:pt x="541" y="307"/>
                </a:lnTo>
                <a:lnTo>
                  <a:pt x="553" y="322"/>
                </a:lnTo>
                <a:lnTo>
                  <a:pt x="561" y="340"/>
                </a:lnTo>
                <a:lnTo>
                  <a:pt x="563" y="360"/>
                </a:lnTo>
                <a:lnTo>
                  <a:pt x="563" y="727"/>
                </a:lnTo>
                <a:lnTo>
                  <a:pt x="561" y="748"/>
                </a:lnTo>
                <a:lnTo>
                  <a:pt x="553" y="766"/>
                </a:lnTo>
                <a:lnTo>
                  <a:pt x="541" y="780"/>
                </a:lnTo>
                <a:lnTo>
                  <a:pt x="527" y="793"/>
                </a:lnTo>
                <a:lnTo>
                  <a:pt x="508" y="801"/>
                </a:lnTo>
                <a:lnTo>
                  <a:pt x="488" y="803"/>
                </a:lnTo>
                <a:lnTo>
                  <a:pt x="468" y="801"/>
                </a:lnTo>
                <a:lnTo>
                  <a:pt x="450" y="793"/>
                </a:lnTo>
                <a:lnTo>
                  <a:pt x="436" y="780"/>
                </a:lnTo>
                <a:lnTo>
                  <a:pt x="423" y="766"/>
                </a:lnTo>
                <a:lnTo>
                  <a:pt x="416" y="748"/>
                </a:lnTo>
                <a:lnTo>
                  <a:pt x="414" y="727"/>
                </a:lnTo>
                <a:lnTo>
                  <a:pt x="414" y="360"/>
                </a:lnTo>
                <a:lnTo>
                  <a:pt x="416" y="340"/>
                </a:lnTo>
                <a:lnTo>
                  <a:pt x="423" y="322"/>
                </a:lnTo>
                <a:lnTo>
                  <a:pt x="436" y="307"/>
                </a:lnTo>
                <a:lnTo>
                  <a:pt x="450" y="295"/>
                </a:lnTo>
                <a:lnTo>
                  <a:pt x="468" y="287"/>
                </a:lnTo>
                <a:lnTo>
                  <a:pt x="488" y="285"/>
                </a:lnTo>
                <a:close/>
                <a:moveTo>
                  <a:pt x="2555" y="0"/>
                </a:moveTo>
                <a:lnTo>
                  <a:pt x="2575" y="2"/>
                </a:lnTo>
                <a:lnTo>
                  <a:pt x="2593" y="10"/>
                </a:lnTo>
                <a:lnTo>
                  <a:pt x="2608" y="22"/>
                </a:lnTo>
                <a:lnTo>
                  <a:pt x="2619" y="37"/>
                </a:lnTo>
                <a:lnTo>
                  <a:pt x="2628" y="55"/>
                </a:lnTo>
                <a:lnTo>
                  <a:pt x="2630" y="75"/>
                </a:lnTo>
                <a:lnTo>
                  <a:pt x="2630" y="879"/>
                </a:lnTo>
                <a:lnTo>
                  <a:pt x="2628" y="899"/>
                </a:lnTo>
                <a:lnTo>
                  <a:pt x="2619" y="917"/>
                </a:lnTo>
                <a:lnTo>
                  <a:pt x="2608" y="931"/>
                </a:lnTo>
                <a:lnTo>
                  <a:pt x="2593" y="944"/>
                </a:lnTo>
                <a:lnTo>
                  <a:pt x="2575" y="951"/>
                </a:lnTo>
                <a:lnTo>
                  <a:pt x="2555" y="953"/>
                </a:lnTo>
                <a:lnTo>
                  <a:pt x="2535" y="951"/>
                </a:lnTo>
                <a:lnTo>
                  <a:pt x="2517" y="944"/>
                </a:lnTo>
                <a:lnTo>
                  <a:pt x="2502" y="931"/>
                </a:lnTo>
                <a:lnTo>
                  <a:pt x="2490" y="917"/>
                </a:lnTo>
                <a:lnTo>
                  <a:pt x="2483" y="899"/>
                </a:lnTo>
                <a:lnTo>
                  <a:pt x="2480" y="879"/>
                </a:lnTo>
                <a:lnTo>
                  <a:pt x="2480" y="75"/>
                </a:lnTo>
                <a:lnTo>
                  <a:pt x="2483" y="55"/>
                </a:lnTo>
                <a:lnTo>
                  <a:pt x="2490" y="37"/>
                </a:lnTo>
                <a:lnTo>
                  <a:pt x="2502" y="22"/>
                </a:lnTo>
                <a:lnTo>
                  <a:pt x="2517" y="10"/>
                </a:lnTo>
                <a:lnTo>
                  <a:pt x="2535" y="2"/>
                </a:lnTo>
                <a:lnTo>
                  <a:pt x="2555" y="0"/>
                </a:lnTo>
                <a:close/>
                <a:moveTo>
                  <a:pt x="902" y="0"/>
                </a:moveTo>
                <a:lnTo>
                  <a:pt x="922" y="2"/>
                </a:lnTo>
                <a:lnTo>
                  <a:pt x="939" y="10"/>
                </a:lnTo>
                <a:lnTo>
                  <a:pt x="955" y="22"/>
                </a:lnTo>
                <a:lnTo>
                  <a:pt x="967" y="37"/>
                </a:lnTo>
                <a:lnTo>
                  <a:pt x="974" y="55"/>
                </a:lnTo>
                <a:lnTo>
                  <a:pt x="977" y="75"/>
                </a:lnTo>
                <a:lnTo>
                  <a:pt x="977" y="879"/>
                </a:lnTo>
                <a:lnTo>
                  <a:pt x="974" y="899"/>
                </a:lnTo>
                <a:lnTo>
                  <a:pt x="967" y="917"/>
                </a:lnTo>
                <a:lnTo>
                  <a:pt x="955" y="931"/>
                </a:lnTo>
                <a:lnTo>
                  <a:pt x="939" y="944"/>
                </a:lnTo>
                <a:lnTo>
                  <a:pt x="922" y="951"/>
                </a:lnTo>
                <a:lnTo>
                  <a:pt x="902" y="953"/>
                </a:lnTo>
                <a:lnTo>
                  <a:pt x="882" y="951"/>
                </a:lnTo>
                <a:lnTo>
                  <a:pt x="864" y="944"/>
                </a:lnTo>
                <a:lnTo>
                  <a:pt x="848" y="931"/>
                </a:lnTo>
                <a:lnTo>
                  <a:pt x="837" y="917"/>
                </a:lnTo>
                <a:lnTo>
                  <a:pt x="829" y="899"/>
                </a:lnTo>
                <a:lnTo>
                  <a:pt x="826" y="879"/>
                </a:lnTo>
                <a:lnTo>
                  <a:pt x="826" y="75"/>
                </a:lnTo>
                <a:lnTo>
                  <a:pt x="829" y="55"/>
                </a:lnTo>
                <a:lnTo>
                  <a:pt x="837" y="37"/>
                </a:lnTo>
                <a:lnTo>
                  <a:pt x="848" y="22"/>
                </a:lnTo>
                <a:lnTo>
                  <a:pt x="864" y="10"/>
                </a:lnTo>
                <a:lnTo>
                  <a:pt x="882" y="2"/>
                </a:lnTo>
                <a:lnTo>
                  <a:pt x="902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en-US" sz="240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4800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Segu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55233" y="1220545"/>
            <a:ext cx="10130723" cy="3426595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6133" b="0" i="0" spc="0" baseline="0">
                <a:solidFill>
                  <a:schemeClr val="tx2"/>
                </a:solidFill>
                <a:latin typeface="+mj-ea"/>
                <a:ea typeface="+mj-ea"/>
                <a:cs typeface="CiscoSansTT Thin" charset="0"/>
              </a:defRPr>
            </a:lvl1pPr>
          </a:lstStyle>
          <a:p>
            <a:r>
              <a:rPr lang="en-GB"/>
              <a:t>Section Title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933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Half_Page_Text_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680720"/>
            <a:ext cx="5078396" cy="8737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t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xfrm>
            <a:off x="6796618" y="680720"/>
            <a:ext cx="4734983" cy="5440680"/>
          </a:xfrm>
          <a:prstGeom prst="rect">
            <a:avLst/>
          </a:prstGeom>
        </p:spPr>
        <p:txBody>
          <a:bodyPr lIns="0" rIns="0"/>
          <a:lstStyle>
            <a:lvl1pPr marL="152396" indent="-152396">
              <a:lnSpc>
                <a:spcPct val="100000"/>
              </a:lnSpc>
              <a:buClr>
                <a:schemeClr val="tx1"/>
              </a:buClr>
              <a:buSzPct val="60000"/>
              <a:defRPr sz="2667">
                <a:latin typeface="+mn-ea"/>
                <a:ea typeface="+mn-ea"/>
              </a:defRPr>
            </a:lvl1pPr>
            <a:lvl2pPr marL="304792" indent="-152396">
              <a:lnSpc>
                <a:spcPct val="100000"/>
              </a:lnSpc>
              <a:buClr>
                <a:schemeClr val="tx1"/>
              </a:buClr>
              <a:buSzPct val="60000"/>
              <a:defRPr sz="2667">
                <a:latin typeface="+mn-ea"/>
                <a:ea typeface="+mn-ea"/>
              </a:defRPr>
            </a:lvl2pPr>
            <a:lvl3pPr marL="457189" indent="-152396">
              <a:lnSpc>
                <a:spcPct val="100000"/>
              </a:lnSpc>
              <a:buClr>
                <a:schemeClr val="tx1"/>
              </a:buClr>
              <a:buSzPct val="60000"/>
              <a:defRPr sz="2400">
                <a:latin typeface="+mn-ea"/>
                <a:ea typeface="+mn-ea"/>
              </a:defRPr>
            </a:lvl3pPr>
            <a:lvl4pPr marL="609585" indent="-165096">
              <a:lnSpc>
                <a:spcPct val="100000"/>
              </a:lnSpc>
              <a:buClr>
                <a:schemeClr val="tx1"/>
              </a:buClr>
              <a:buSzPct val="60000"/>
              <a:defRPr sz="2133">
                <a:latin typeface="+mn-ea"/>
                <a:ea typeface="+mn-ea"/>
              </a:defRPr>
            </a:lvl4pPr>
            <a:lvl5pPr marL="766214" indent="-156629">
              <a:lnSpc>
                <a:spcPct val="100000"/>
              </a:lnSpc>
              <a:buClr>
                <a:schemeClr val="tx1"/>
              </a:buClr>
              <a:buSzPct val="60000"/>
              <a:defRPr sz="2133"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583689" y="2213123"/>
            <a:ext cx="5078396" cy="3908277"/>
          </a:xfrm>
          <a:prstGeom prst="rect">
            <a:avLst/>
          </a:prstGeom>
        </p:spPr>
        <p:txBody>
          <a:bodyPr/>
          <a:lstStyle>
            <a:lvl1pPr marL="152396" indent="-152396">
              <a:buClr>
                <a:schemeClr val="tx2"/>
              </a:buClr>
              <a:buSzPct val="60000"/>
              <a:defRPr lang="en-US" sz="2667" kern="1200" dirty="0" smtClean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"/>
              </a:defRPr>
            </a:lvl1pPr>
            <a:lvl2pPr marL="304792" indent="-152396">
              <a:buClr>
                <a:schemeClr val="tx2"/>
              </a:buClr>
              <a:buSzPct val="60000"/>
              <a:defRPr sz="2667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2pPr>
            <a:lvl3pPr marL="457189" indent="-152396">
              <a:buClr>
                <a:schemeClr val="tx2"/>
              </a:buClr>
              <a:buSzPct val="60000"/>
              <a:defRPr sz="240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3pPr>
            <a:lvl4pPr marL="609585" indent="-165096">
              <a:buClr>
                <a:schemeClr val="tx2"/>
              </a:buClr>
              <a:buSzPct val="60000"/>
              <a:defRPr sz="2133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4pPr>
            <a:lvl5pPr marL="766214" indent="-156629">
              <a:buClr>
                <a:schemeClr val="tx2"/>
              </a:buClr>
              <a:buSzPct val="60000"/>
              <a:defRPr sz="2133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478953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26409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2675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Half_Pag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6786034" y="670984"/>
            <a:ext cx="4745567" cy="5450416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アイコンをクリックしてグラフを追加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239895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413875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Half_P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Table Placeholder 6"/>
          <p:cNvSpPr>
            <a:spLocks noGrp="1"/>
          </p:cNvSpPr>
          <p:nvPr>
            <p:ph type="tbl" sz="quarter" idx="10"/>
          </p:nvPr>
        </p:nvSpPr>
        <p:spPr>
          <a:xfrm>
            <a:off x="6786034" y="670984"/>
            <a:ext cx="4745567" cy="5450416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アイコンをクリックして表を追加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4"/>
            <a:ext cx="4542703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94447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3" orient="horz" pos="2196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Half_Page_Picture_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/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106790" y="0"/>
            <a:ext cx="6085209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プレースホルダーまでドラッグするかアイコンをクリックして図を追加</a:t>
            </a:r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5"/>
            <a:ext cx="4399267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6532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Half_Page_Picture_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latin typeface="+mj-ea"/>
              <a:ea typeface="+mj-ea"/>
            </a:endParaRPr>
          </a:p>
        </p:txBody>
      </p:sp>
      <p:sp>
        <p:nvSpPr>
          <p:cNvPr id="3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2212975"/>
            <a:ext cx="5078396" cy="2432051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 algn="l" defTabSz="912261" rtl="0" eaLnBrk="1" fontAlgn="base" hangingPunct="1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lang="en-GB" sz="4267" kern="1200" dirty="0">
                <a:solidFill>
                  <a:schemeClr val="bg1">
                    <a:lumMod val="75000"/>
                  </a:schemeClr>
                </a:solidFill>
                <a:latin typeface="+mj-lt"/>
                <a:ea typeface="ＭＳ Ｐゴシック" charset="0"/>
                <a:cs typeface="Tipo de letra del sistema Fina" charset="0"/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6786034" y="709084"/>
            <a:ext cx="4745567" cy="4486461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</a:lstStyle>
          <a:p>
            <a:r>
              <a:rPr lang="ja-JP" altLang="en-US"/>
              <a:t>プレースホルダーまでドラッグするかアイコンをクリックして図を追加</a:t>
            </a:r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xfrm>
            <a:off x="6786034" y="5416468"/>
            <a:ext cx="4745567" cy="70019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7">
                <a:latin typeface="+mn-ea"/>
                <a:ea typeface="+mn-ea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ltGray">
          <a:xfrm>
            <a:off x="636906" y="6322205"/>
            <a:ext cx="3817557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94824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44">
          <p15:clr>
            <a:srgbClr val="FBAE40"/>
          </p15:clr>
        </p15:guide>
        <p15:guide id="2" pos="264">
          <p15:clr>
            <a:srgbClr val="FBAE40"/>
          </p15:clr>
        </p15:guide>
        <p15:guide id="3" orient="horz" pos="2193">
          <p15:clr>
            <a:srgbClr val="FBAE40"/>
          </p15:clr>
        </p15:guide>
        <p15:guide id="4" pos="2675">
          <p15:clr>
            <a:srgbClr val="FBAE40"/>
          </p15:clr>
        </p15:guide>
        <p15:guide id="7" pos="3206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Half_Page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6106789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67">
              <a:solidFill>
                <a:schemeClr val="bg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16401" y="2220243"/>
            <a:ext cx="4882699" cy="3901157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32828" indent="-156629">
              <a:lnSpc>
                <a:spcPct val="95000"/>
              </a:lnSpc>
              <a:spcBef>
                <a:spcPts val="1480"/>
              </a:spcBef>
              <a:buClr>
                <a:schemeClr val="tx2"/>
              </a:buClr>
              <a:buSzPct val="60000"/>
              <a:buFont typeface="Arial"/>
              <a:buChar char="•"/>
              <a:defRPr sz="2667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1pPr>
            <a:lvl2pPr marL="385224" indent="-152396">
              <a:lnSpc>
                <a:spcPct val="95000"/>
              </a:lnSpc>
              <a:spcBef>
                <a:spcPts val="600"/>
              </a:spcBef>
              <a:buClr>
                <a:schemeClr val="tx2"/>
              </a:buClr>
              <a:buSzPct val="60000"/>
              <a:buFont typeface="Arial"/>
              <a:buChar char="•"/>
              <a:defRPr sz="2400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2pPr>
            <a:lvl3pPr marL="537620" indent="-152396">
              <a:buClr>
                <a:schemeClr val="tx2"/>
              </a:buClr>
              <a:buSzPct val="60000"/>
              <a:buFont typeface="Arial"/>
              <a:buChar char="•"/>
              <a:defRPr sz="2133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3pPr>
            <a:lvl4pPr marL="690016" indent="-152396">
              <a:buClr>
                <a:schemeClr val="tx2"/>
              </a:buClr>
              <a:buSzPct val="60000"/>
              <a:buFont typeface="Arial"/>
              <a:buChar char="•"/>
              <a:defRPr sz="1867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4pPr>
            <a:lvl5pPr marL="842412" indent="-152396">
              <a:buClr>
                <a:schemeClr val="tx2"/>
              </a:buClr>
              <a:buSzPct val="60000"/>
              <a:buFont typeface="Arial"/>
              <a:buChar char="•"/>
              <a:defRPr sz="1600" b="0" i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  <a:cs typeface="CiscoSansTT Thin" charset="0"/>
              </a:defRPr>
            </a:lvl5pPr>
          </a:lstStyle>
          <a:p>
            <a:pPr lvl="0"/>
            <a:r>
              <a:rPr lang="en-GB"/>
              <a:t>First level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9" y="455085"/>
            <a:ext cx="4915412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>
              <a:defRPr sz="4267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GB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ltGray">
          <a:xfrm>
            <a:off x="636905" y="6322204"/>
            <a:ext cx="4757856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algn="l" defTabSz="814305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kern="1200" spc="27" baseline="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13067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">
          <p15:clr>
            <a:srgbClr val="FBAE40"/>
          </p15:clr>
        </p15:guide>
        <p15:guide id="3" pos="2598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FB0E872-C45D-2645-AD99-BC0578CA78D3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33A111A-36FD-C647-8309-2960AAC18F2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885748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368B8A-B8FA-06EC-E6D8-DF0F60F2E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871345"/>
            <a:ext cx="5048063" cy="1555148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512820"/>
            <a:ext cx="5048063" cy="228600"/>
          </a:xfr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9E2B63B-5B68-90B7-7A62-17A839591C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4061400"/>
            <a:ext cx="5048090" cy="4572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Title placeholder, @social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80638510-2998-9359-2A51-B0CA834B62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676458"/>
            <a:ext cx="5047270" cy="459455"/>
          </a:xfrm>
          <a:noFill/>
        </p:spPr>
        <p:txBody>
          <a:bodyPr anchor="t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0B51E088-9CCC-0F69-112A-CEC9A65FA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1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Two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8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0368B8A-B8FA-06EC-E6D8-DF0F60F2EF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244600"/>
            <a:ext cx="5048063" cy="1555148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2886075"/>
            <a:ext cx="5048063" cy="228600"/>
          </a:xfrm>
          <a:noFill/>
        </p:spPr>
        <p:txBody>
          <a:bodyPr/>
          <a:lstStyle>
            <a:lvl1pPr marL="0" indent="0">
              <a:buNone/>
              <a:defRPr sz="1600" b="0"/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9E2B63B-5B68-90B7-7A62-17A839591C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3851" y="3428789"/>
            <a:ext cx="5048090" cy="4572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Name</a:t>
            </a:r>
          </a:p>
          <a:p>
            <a:pPr marL="182880" lvl="0" indent="-18288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</a:pPr>
            <a:r>
              <a:rPr lang="en-US" dirty="0"/>
              <a:t>Speaker Title placeholder, @social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80638510-2998-9359-2A51-B0CA834B62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051300"/>
            <a:ext cx="5047270" cy="459455"/>
          </a:xfrm>
          <a:noFill/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0E61D1-59EB-7A86-0D12-9388193F45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49" y="4681134"/>
            <a:ext cx="5046663" cy="4572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lang="en-US" sz="1400" kern="1200" dirty="0" smtClean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 marL="182880" indent="0">
              <a:spcAft>
                <a:spcPts val="0"/>
              </a:spcAft>
              <a:buNone/>
              <a:defRPr sz="1400"/>
            </a:lvl2pPr>
            <a:lvl3pPr marL="365760" indent="0">
              <a:spcAft>
                <a:spcPts val="0"/>
              </a:spcAft>
              <a:buNone/>
              <a:defRPr sz="1200"/>
            </a:lvl3pPr>
            <a:lvl4pPr marL="548640" indent="0">
              <a:spcAft>
                <a:spcPts val="0"/>
              </a:spcAft>
              <a:buNone/>
              <a:defRPr sz="1100"/>
            </a:lvl4pPr>
            <a:lvl5pPr marL="731520" indent="0">
              <a:spcAft>
                <a:spcPts val="0"/>
              </a:spcAft>
              <a:buNone/>
              <a:defRPr sz="1050"/>
            </a:lvl5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Speaker Name</a:t>
            </a:r>
          </a:p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175C0FC-DD02-0704-8A17-1B3037F861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23848" y="5306439"/>
            <a:ext cx="5046663" cy="4572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None/>
              <a:defRPr sz="1400"/>
            </a:lvl1pPr>
            <a:lvl2pPr marL="182880" indent="0">
              <a:buNone/>
              <a:defRPr sz="1200"/>
            </a:lvl2pPr>
            <a:lvl3pPr marL="365760" indent="0">
              <a:buNone/>
              <a:defRPr sz="1100"/>
            </a:lvl3pPr>
            <a:lvl4pPr marL="548640" indent="0">
              <a:buNone/>
              <a:defRPr sz="1050"/>
            </a:lvl4pPr>
            <a:lvl5pPr marL="731520" indent="0">
              <a:buNone/>
              <a:defRPr sz="100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4643" y="6360518"/>
            <a:ext cx="3906838" cy="497482"/>
          </a:xfrm>
          <a:noFill/>
        </p:spPr>
        <p:txBody>
          <a:bodyPr/>
          <a:lstStyle>
            <a:lvl1pPr marL="0" indent="0" algn="l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3" name="Graphic 21">
            <a:extLst>
              <a:ext uri="{FF2B5EF4-FFF2-40B4-BE49-F238E27FC236}">
                <a16:creationId xmlns:a16="http://schemas.microsoft.com/office/drawing/2014/main" id="{0B51E088-9CCC-0F69-112A-CEC9A65FA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6107248" y="781243"/>
            <a:ext cx="5303520" cy="5303520"/>
          </a:xfrm>
          <a:custGeom>
            <a:avLst/>
            <a:gdLst>
              <a:gd name="connsiteX0" fmla="*/ 5291567 w 5291566"/>
              <a:gd name="connsiteY0" fmla="*/ 2645783 h 5291566"/>
              <a:gd name="connsiteX1" fmla="*/ 2645783 w 5291566"/>
              <a:gd name="connsiteY1" fmla="*/ 5291567 h 5291566"/>
              <a:gd name="connsiteX2" fmla="*/ 0 w 5291566"/>
              <a:gd name="connsiteY2" fmla="*/ 2645783 h 5291566"/>
              <a:gd name="connsiteX3" fmla="*/ 2645783 w 5291566"/>
              <a:gd name="connsiteY3" fmla="*/ 0 h 5291566"/>
              <a:gd name="connsiteX4" fmla="*/ 5291567 w 5291566"/>
              <a:gd name="connsiteY4" fmla="*/ 2645783 h 529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91566" h="5291566">
                <a:moveTo>
                  <a:pt x="5291567" y="2645783"/>
                </a:moveTo>
                <a:cubicBezTo>
                  <a:pt x="5291567" y="4107009"/>
                  <a:pt x="4107009" y="5291567"/>
                  <a:pt x="2645783" y="5291567"/>
                </a:cubicBezTo>
                <a:cubicBezTo>
                  <a:pt x="1184557" y="5291567"/>
                  <a:pt x="0" y="4107009"/>
                  <a:pt x="0" y="2645783"/>
                </a:cubicBezTo>
                <a:cubicBezTo>
                  <a:pt x="0" y="1184557"/>
                  <a:pt x="1184557" y="0"/>
                  <a:pt x="2645783" y="0"/>
                </a:cubicBezTo>
                <a:cubicBezTo>
                  <a:pt x="4107009" y="0"/>
                  <a:pt x="5291567" y="1184557"/>
                  <a:pt x="5291567" y="2645783"/>
                </a:cubicBezTo>
                <a:close/>
              </a:path>
            </a:pathLst>
          </a:custGeom>
          <a:solidFill>
            <a:schemeClr val="tx1"/>
          </a:solidFill>
          <a:ln w="50800" cap="flat">
            <a:gradFill flip="none" rotWithShape="1">
              <a:gsLst>
                <a:gs pos="0">
                  <a:srgbClr val="3070E5"/>
                </a:gs>
                <a:gs pos="35000">
                  <a:srgbClr val="1ABBE9"/>
                </a:gs>
                <a:gs pos="43000">
                  <a:srgbClr val="1ABBE9"/>
                </a:gs>
                <a:gs pos="60000">
                  <a:srgbClr val="FD017F"/>
                </a:gs>
                <a:gs pos="100000">
                  <a:srgbClr val="FCA601"/>
                </a:gs>
              </a:gsLst>
              <a:lin ang="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pPr lvl="0"/>
            <a:endParaRPr lang="en-US" dirty="0"/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81171" y="3181936"/>
            <a:ext cx="955675" cy="50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918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, Four Speak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FAB65E-774E-7C2F-9733-CE6410F86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60471"/>
            <a:ext cx="10888663" cy="435134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3017383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, Four Speak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7" descr="Cisco logo">
            <a:extLst>
              <a:ext uri="{FF2B5EF4-FFF2-40B4-BE49-F238E27FC236}">
                <a16:creationId xmlns:a16="http://schemas.microsoft.com/office/drawing/2014/main" id="{60C68F8B-19C8-6CB4-297B-32D44AF9C3D0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23850" y="320675"/>
            <a:ext cx="792163" cy="41622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492374"/>
            <a:ext cx="10167938" cy="1243019"/>
          </a:xfrm>
        </p:spPr>
        <p:txBody>
          <a:bodyPr anchor="b" anchorCtr="0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Slide Title Layout 3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49" y="3827463"/>
            <a:ext cx="1016793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72EFECA-80DB-74BA-813F-3952A15A50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30688" y="4360863"/>
            <a:ext cx="4886325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4990779"/>
            <a:ext cx="3725863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BBB47F0-F6D2-5FD5-1C2D-8963A9B280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8" y="4990779"/>
            <a:ext cx="4886325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43502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1, Two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18122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82746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436086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436086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1441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2, Four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255176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vent Only Title Slide 3, Six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91BA1A5-BDA4-7FEA-3EC4-1DBB3AD00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1556884"/>
            <a:ext cx="6656388" cy="1554169"/>
          </a:xfrm>
        </p:spPr>
        <p:txBody>
          <a:bodyPr anchor="b" anchorCtr="0"/>
          <a:lstStyle>
            <a:lvl1pPr>
              <a:defRPr sz="36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DBA1600-2171-A996-0ADC-8B8C7BC4DE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3203123"/>
            <a:ext cx="6656388" cy="223837"/>
          </a:xfrm>
          <a:noFill/>
        </p:spPr>
        <p:txBody>
          <a:bodyPr/>
          <a:lstStyle>
            <a:lvl1pPr marL="0" indent="0">
              <a:buNone/>
              <a:defRPr lang="en-US" sz="1600" b="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</a:lstStyle>
          <a:p>
            <a:pPr marL="0" lvl="0" indent="0" algn="l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Font typeface="Arial" panose="020B0604020202020204" pitchFamily="34" charset="0"/>
              <a:buNone/>
            </a:pPr>
            <a:r>
              <a:rPr lang="en-US" dirty="0"/>
              <a:t>Subtitle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6237E3-CDA3-4826-B416-A9C4ECE19D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3736526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EFF02C-63AA-C8DF-DF7B-EDA5A3CE6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30687" y="3736526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43234AB-A4AA-B257-D87A-A9AEED608B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6364224"/>
            <a:ext cx="3906838" cy="493776"/>
          </a:xfrm>
          <a:noFill/>
        </p:spPr>
        <p:txBody>
          <a:bodyPr/>
          <a:lstStyle>
            <a:lvl1pPr marL="0" indent="0">
              <a:buNone/>
              <a:defRPr sz="14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975F4503-6E14-DE87-30D2-13904F94B35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3850" y="4363133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DECD55-6AA1-8B80-F758-69B1E9337A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0687" y="4363133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989D1F9-5949-EAFF-931D-8121D6A66A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3850" y="4986338"/>
            <a:ext cx="3725863" cy="457200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 sz="14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3D1ACE7D-3D09-2D50-1C06-DBAD3893A9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30687" y="4986338"/>
            <a:ext cx="3727451" cy="457200"/>
          </a:xfrm>
        </p:spPr>
        <p:txBody>
          <a:bodyPr/>
          <a:lstStyle>
            <a:lvl1pPr marL="0" indent="0">
              <a:spcAft>
                <a:spcPts val="0"/>
              </a:spcAft>
              <a:buNone/>
              <a:defRPr lang="en-US" sz="1400" kern="1200" dirty="0">
                <a:solidFill>
                  <a:schemeClr val="bg1"/>
                </a:solidFill>
                <a:latin typeface="+mn-lt"/>
                <a:ea typeface="ＭＳ Ｐゴシック" charset="0"/>
                <a:cs typeface="CiscoSan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Title placeholder, @social</a:t>
            </a:r>
          </a:p>
        </p:txBody>
      </p:sp>
    </p:spTree>
    <p:extLst>
      <p:ext uri="{BB962C8B-B14F-4D97-AF65-F5344CB8AC3E}">
        <p14:creationId xmlns:p14="http://schemas.microsoft.com/office/powerpoint/2010/main" val="795340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A470DCA-01D3-75CC-4B81-AF6AC1F46C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298146"/>
            <a:ext cx="2749550" cy="49244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66DE8E-18DA-4564-080D-AD4F9F492D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8588" y="296863"/>
            <a:ext cx="550862" cy="365125"/>
          </a:xfrm>
        </p:spPr>
        <p:txBody>
          <a:bodyPr vert="horz" lIns="0" tIns="0" rIns="0" bIns="0" rtlCol="0" anchor="t" anchorCtr="0"/>
          <a:lstStyle>
            <a:lvl1pPr marL="0" indent="0">
              <a:lnSpc>
                <a:spcPct val="90000"/>
              </a:lnSpc>
              <a:buNone/>
              <a:defRPr kumimoji="0" lang="en-US" sz="3200" b="0" i="0" u="none" strike="noStrike" cap="none" spc="27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uLnTx/>
                <a:uFillTx/>
                <a:latin typeface="+mj-lt"/>
                <a:cs typeface="CiscoSansTT" panose="020B0503020201020303"/>
              </a:defRPr>
            </a:lvl1pPr>
          </a:lstStyle>
          <a:p>
            <a:pPr marL="0" lvl="0" algn="r" defTabSz="914400" latinLnBrk="0"/>
            <a:r>
              <a:rPr lang="en-US" dirty="0"/>
              <a:t>##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21C779-BAEC-654A-5E9A-684AEBA7E3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4900" y="296863"/>
            <a:ext cx="5683250" cy="365125"/>
          </a:xfrm>
          <a:noFill/>
        </p:spPr>
        <p:txBody>
          <a:bodyPr anchor="t" anchorCtr="0"/>
          <a:lstStyle>
            <a:lvl1pPr marL="0" indent="0" algn="l" defTabSz="912276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000"/>
              </a:spcAft>
              <a:buClrTx/>
              <a:buSzPct val="70000"/>
              <a:buFont typeface="Arial" panose="020B0604020202020204" pitchFamily="34" charset="0"/>
              <a:buNone/>
              <a:defRPr lang="en-US" sz="3200" b="0" i="0" u="none" kern="1200" dirty="0">
                <a:solidFill>
                  <a:schemeClr val="bg1"/>
                </a:solidFill>
                <a:latin typeface="+mj-lt"/>
                <a:ea typeface="CiscoSansTT Thin" charset="0"/>
                <a:cs typeface="CiscoSansTT Thin" charset="0"/>
              </a:defRPr>
            </a:lvl1pPr>
          </a:lstStyle>
          <a:p>
            <a:pPr lvl="0"/>
            <a:r>
              <a:rPr lang="en-US" dirty="0"/>
              <a:t>Agenda list placeholder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37F1A5-67B6-4A78-7FA7-0860E1B6F9B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200302-2202-F22C-D162-871BF904F4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40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824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145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Top Sub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4703763" cy="94645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900" y="320675"/>
            <a:ext cx="5683250" cy="923925"/>
          </a:xfr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 dirty="0"/>
              <a:t>Subheading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637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 Onl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996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A259C3D-581C-B8BC-32B4-EE2B22A753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1114425"/>
            <a:ext cx="5772150" cy="441325"/>
          </a:xfrm>
        </p:spPr>
        <p:txBody>
          <a:bodyPr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361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252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85467-C0DB-C17E-5173-C6C6A323A1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2009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Section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5376922-1A18-EB35-1718-708DF44FBF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0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838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421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, Body Cop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125826-3231-68F4-7FEE-8A01F6F42B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581774" y="1244600"/>
            <a:ext cx="5286375" cy="4367213"/>
          </a:xfrm>
        </p:spPr>
        <p:txBody>
          <a:bodyPr anchor="ctr" anchorCtr="0"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3B0377C-E9B5-910F-ED3D-37BEFE7948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850" y="0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200"/>
            </a:lvl2pPr>
            <a:lvl3pPr marL="365760" indent="0">
              <a:buNone/>
              <a:defRPr sz="1200"/>
            </a:lvl3pPr>
            <a:lvl4pPr marL="548640" indent="0">
              <a:buNone/>
              <a:defRPr sz="1200"/>
            </a:lvl4pPr>
            <a:lvl5pPr marL="731520" indent="0">
              <a:buNone/>
              <a:defRPr sz="1200"/>
            </a:lvl5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12334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3851" y="249237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1751" y="2494756"/>
            <a:ext cx="5486400" cy="1868488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3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48" y="2179638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358639" y="2179638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93430" y="2181225"/>
            <a:ext cx="347472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85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51107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72014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92920" y="2179638"/>
            <a:ext cx="2468880" cy="249555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518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5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AFF7876-DE6D-49C2-DD58-608A9798B3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020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22DBF3C-0929-006D-E549-2D8EABB3CA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1018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163D847-B2CC-D10C-474F-9374B33501E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9016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DFF45C9-081C-CA2E-F4A7-8383A93B6B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470140" y="2179638"/>
            <a:ext cx="2011680" cy="249555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B7038BF-5DE9-94EF-1E39-92627DD8AC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850120" y="2181225"/>
            <a:ext cx="2011680" cy="2493963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35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5281613" cy="12588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07430" y="320675"/>
            <a:ext cx="5760720" cy="5759451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025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7235825" cy="94773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40700" y="320675"/>
            <a:ext cx="3727450" cy="5759451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55448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8510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6862"/>
            <a:ext cx="3328987" cy="12588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FBFEB48-5190-C5F8-C046-27E12C0DAE6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49713" y="320676"/>
            <a:ext cx="7818436" cy="5754688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5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3116793"/>
            <a:ext cx="5284788" cy="1246188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03A889C-4BCD-59AA-132B-C3FD4F8E65F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84901" y="795338"/>
            <a:ext cx="5284788" cy="5284788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5236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Slide Title, Section, Body, 2/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622300"/>
            <a:ext cx="3328989" cy="1558925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653D0B-638B-EB5D-F379-EF10C80DCC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23851" y="3429000"/>
            <a:ext cx="3328988" cy="2646363"/>
          </a:xfrm>
        </p:spPr>
        <p:txBody>
          <a:bodyPr anchor="b" anchorCtr="0"/>
          <a:lstStyle>
            <a:lvl1pPr marL="0" indent="0">
              <a:buNone/>
              <a:defRPr sz="160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798C8AA3-6350-A299-E288-D693A8EC893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049713" y="622300"/>
            <a:ext cx="7818436" cy="5453063"/>
          </a:xfrm>
          <a:prstGeom prst="roundRect">
            <a:avLst>
              <a:gd name="adj" fmla="val 1618"/>
            </a:avLst>
          </a:prstGeom>
          <a:solidFill>
            <a:schemeClr val="bg1">
              <a:alpha val="10000"/>
            </a:schemeClr>
          </a:solidFill>
        </p:spPr>
        <p:txBody>
          <a:bodyPr tIns="173736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325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Section, Title 1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785467-C0DB-C17E-5173-C6C6A323A1C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0"/>
            <a:ext cx="5772150" cy="466342"/>
          </a:xfrm>
        </p:spPr>
        <p:txBody>
          <a:bodyPr anchor="b" anchorCtr="0"/>
          <a:lstStyle>
            <a:lvl1pPr marL="0" indent="0">
              <a:buNone/>
              <a:defRPr sz="1200"/>
            </a:lvl1pPr>
            <a:lvl2pPr marL="182880" indent="0">
              <a:buNone/>
              <a:defRPr sz="1100"/>
            </a:lvl2pPr>
            <a:lvl3pPr marL="365760" indent="0">
              <a:buNone/>
              <a:defRPr sz="1050"/>
            </a:lvl3pPr>
            <a:lvl4pPr marL="548640" indent="0">
              <a:buNone/>
              <a:defRPr sz="1000"/>
            </a:lvl4pPr>
            <a:lvl5pPr marL="731520" indent="0">
              <a:buNone/>
              <a:defRPr sz="900"/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5281613" cy="1247775"/>
          </a:xfrm>
        </p:spPr>
        <p:txBody>
          <a:bodyPr wrap="square" anchor="t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2739B37-658D-FBF5-94C3-66EECB73F7D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320675"/>
            <a:ext cx="5766436" cy="5754687"/>
          </a:xfrm>
          <a:prstGeom prst="roundRect">
            <a:avLst>
              <a:gd name="adj" fmla="val 1714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</a:t>
            </a:r>
            <a:br>
              <a:rPr lang="en-US" dirty="0"/>
            </a:br>
            <a:r>
              <a:rPr lang="en-US" dirty="0"/>
              <a:t>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950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23850" y="952500"/>
            <a:ext cx="11544300" cy="5122863"/>
          </a:xfrm>
          <a:prstGeom prst="roundRect">
            <a:avLst>
              <a:gd name="adj" fmla="val 1503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33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1154430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2" name="Picture Placeholder 5">
            <a:extLst>
              <a:ext uri="{FF2B5EF4-FFF2-40B4-BE49-F238E27FC236}">
                <a16:creationId xmlns:a16="http://schemas.microsoft.com/office/drawing/2014/main" id="{99D23610-D323-6271-753B-C40A3678BD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3850" y="1244600"/>
            <a:ext cx="11544300" cy="4830763"/>
          </a:xfrm>
          <a:prstGeom prst="roundRect">
            <a:avLst>
              <a:gd name="adj" fmla="val 1897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943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, Title, Full Margin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8AB58A4-E099-9FBA-C32F-D0D994BC76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3850" y="-2"/>
            <a:ext cx="5772150" cy="466344"/>
          </a:xfrm>
        </p:spPr>
        <p:txBody>
          <a:bodyPr anchor="b" anchorCtr="0"/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622300"/>
            <a:ext cx="11544300" cy="492443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E170B322-9DD5-07FB-D258-3DA95EF8E7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3850" y="1244600"/>
            <a:ext cx="11544300" cy="4830763"/>
          </a:xfrm>
          <a:prstGeom prst="roundRect">
            <a:avLst>
              <a:gd name="adj" fmla="val 1897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68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68980-BFE5-40AF-63BF-9DB031B379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7B9760-CDAA-BC58-F236-F1837F40C2D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772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,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2" y="4540250"/>
            <a:ext cx="10747375" cy="1071563"/>
          </a:xfrm>
        </p:spPr>
        <p:txBody>
          <a:bodyPr anchor="b" anchorCtr="0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411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  <p:txBody>
          <a:bodyPr tIns="21031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33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-bleed Photo, Section,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97038" y="-7937"/>
            <a:ext cx="8794750" cy="466344"/>
          </a:xfrm>
        </p:spPr>
        <p:txBody>
          <a:bodyPr anchor="b" anchorCtr="0"/>
          <a:lstStyle>
            <a:lvl1pPr marL="0" indent="0" algn="ctr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7038" y="952500"/>
            <a:ext cx="8794750" cy="917575"/>
          </a:xfrm>
        </p:spPr>
        <p:txBody>
          <a:bodyPr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04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pper 2/3 Photo, Section,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CFD4AF9-7F36-FA7F-469A-A71DBA5AF53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4675188"/>
          </a:xfrm>
          <a:prstGeom prst="roundRect">
            <a:avLst>
              <a:gd name="adj" fmla="val 0"/>
            </a:avLst>
          </a:prstGeom>
          <a:solidFill>
            <a:schemeClr val="bg1">
              <a:alpha val="10000"/>
            </a:schemeClr>
          </a:solidFill>
        </p:spPr>
        <p:txBody>
          <a:bodyPr vert="horz" lIns="0" tIns="1463040" rIns="0" bIns="0" rtlCol="0">
            <a:noAutofit/>
          </a:bodyPr>
          <a:lstStyle>
            <a:lvl1pPr>
              <a:defRPr lang="en-US" dirty="0"/>
            </a:lvl1pPr>
          </a:lstStyle>
          <a:p>
            <a:pPr marL="0" lvl="0" indent="0" algn="ctr">
              <a:buNone/>
            </a:pPr>
            <a:r>
              <a:rPr lang="en-US" dirty="0"/>
              <a:t>To add your image, drag and drop it here </a:t>
            </a:r>
            <a:br>
              <a:rPr lang="en-US" dirty="0"/>
            </a:br>
            <a:r>
              <a:rPr lang="en-US" dirty="0"/>
              <a:t>or click the icon below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E21AB-8C85-5F58-60F8-E68917124A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850" y="-7937"/>
            <a:ext cx="8612188" cy="466344"/>
          </a:xfrm>
        </p:spPr>
        <p:txBody>
          <a:bodyPr anchor="b" anchorCtr="0"/>
          <a:lstStyle>
            <a:lvl1pPr marL="0" indent="0" algn="l">
              <a:buNone/>
              <a:defRPr sz="1200"/>
            </a:lvl1pPr>
            <a:lvl2pPr algn="ctr">
              <a:defRPr sz="1400"/>
            </a:lvl2pPr>
            <a:lvl3pPr algn="ctr">
              <a:defRPr sz="1200"/>
            </a:lvl3pPr>
            <a:lvl4pPr algn="ctr">
              <a:defRPr sz="1100"/>
            </a:lvl4pPr>
            <a:lvl5pPr algn="ctr">
              <a:defRPr sz="1050"/>
            </a:lvl5pPr>
          </a:lstStyle>
          <a:p>
            <a:pPr lvl="0"/>
            <a:r>
              <a:rPr lang="en-US" dirty="0"/>
              <a:t>Section title placeholder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349D14-3B3C-D0C6-6DFD-8321479B2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5003800"/>
            <a:ext cx="8612188" cy="1071563"/>
          </a:xfrm>
        </p:spPr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C7D8B-10D2-2133-F08F-266FA09AD87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F3EDC-58FE-7AC5-F13A-6FDE8EDA83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40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1132840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2700000" scaled="1"/>
              <a:tileRect/>
            </a:gra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876424"/>
            <a:ext cx="8794750" cy="2174875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dirty="0"/>
              <a:t>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consectetuer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</a:t>
            </a:r>
            <a:r>
              <a:rPr lang="en-GB" dirty="0" err="1"/>
              <a:t>nonummy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 dolore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360863"/>
            <a:ext cx="8794750" cy="625475"/>
          </a:xfr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6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phic 4" descr="Quotation Mark">
            <a:extLst>
              <a:ext uri="{FF2B5EF4-FFF2-40B4-BE49-F238E27FC236}">
                <a16:creationId xmlns:a16="http://schemas.microsoft.com/office/drawing/2014/main" id="{4B52BC46-48EA-B916-39B5-C5FF3FB612BC}"/>
              </a:ext>
            </a:extLst>
          </p:cNvPr>
          <p:cNvSpPr/>
          <p:nvPr/>
        </p:nvSpPr>
        <p:spPr>
          <a:xfrm>
            <a:off x="5731161" y="963295"/>
            <a:ext cx="516694" cy="416701"/>
          </a:xfrm>
          <a:custGeom>
            <a:avLst/>
            <a:gdLst>
              <a:gd name="connsiteX0" fmla="*/ 418890 w 728197"/>
              <a:gd name="connsiteY0" fmla="*/ 587273 h 587273"/>
              <a:gd name="connsiteX1" fmla="*/ 383998 w 728197"/>
              <a:gd name="connsiteY1" fmla="*/ 552884 h 587273"/>
              <a:gd name="connsiteX2" fmla="*/ 383998 w 728197"/>
              <a:gd name="connsiteY2" fmla="*/ 552793 h 587273"/>
              <a:gd name="connsiteX3" fmla="*/ 383998 w 728197"/>
              <a:gd name="connsiteY3" fmla="*/ 367917 h 587273"/>
              <a:gd name="connsiteX4" fmla="*/ 513570 w 728197"/>
              <a:gd name="connsiteY4" fmla="*/ 79508 h 587273"/>
              <a:gd name="connsiteX5" fmla="*/ 728198 w 728197"/>
              <a:gd name="connsiteY5" fmla="*/ 0 h 587273"/>
              <a:gd name="connsiteX6" fmla="*/ 728198 w 728197"/>
              <a:gd name="connsiteY6" fmla="*/ 134713 h 587273"/>
              <a:gd name="connsiteX7" fmla="*/ 583354 w 728197"/>
              <a:gd name="connsiteY7" fmla="*/ 316104 h 587273"/>
              <a:gd name="connsiteX8" fmla="*/ 658414 w 728197"/>
              <a:gd name="connsiteY8" fmla="*/ 316104 h 587273"/>
              <a:gd name="connsiteX9" fmla="*/ 693398 w 728197"/>
              <a:gd name="connsiteY9" fmla="*/ 350585 h 587273"/>
              <a:gd name="connsiteX10" fmla="*/ 693398 w 728197"/>
              <a:gd name="connsiteY10" fmla="*/ 350677 h 587273"/>
              <a:gd name="connsiteX11" fmla="*/ 693398 w 728197"/>
              <a:gd name="connsiteY11" fmla="*/ 552426 h 587273"/>
              <a:gd name="connsiteX12" fmla="*/ 658599 w 728197"/>
              <a:gd name="connsiteY12" fmla="*/ 586907 h 587273"/>
              <a:gd name="connsiteX13" fmla="*/ 658506 w 728197"/>
              <a:gd name="connsiteY13" fmla="*/ 586907 h 587273"/>
              <a:gd name="connsiteX14" fmla="*/ 34892 w 728197"/>
              <a:gd name="connsiteY14" fmla="*/ 587273 h 587273"/>
              <a:gd name="connsiteX15" fmla="*/ 0 w 728197"/>
              <a:gd name="connsiteY15" fmla="*/ 552884 h 587273"/>
              <a:gd name="connsiteX16" fmla="*/ 0 w 728197"/>
              <a:gd name="connsiteY16" fmla="*/ 552793 h 587273"/>
              <a:gd name="connsiteX17" fmla="*/ 0 w 728197"/>
              <a:gd name="connsiteY17" fmla="*/ 367917 h 587273"/>
              <a:gd name="connsiteX18" fmla="*/ 129573 w 728197"/>
              <a:gd name="connsiteY18" fmla="*/ 79508 h 587273"/>
              <a:gd name="connsiteX19" fmla="*/ 344200 w 728197"/>
              <a:gd name="connsiteY19" fmla="*/ 0 h 587273"/>
              <a:gd name="connsiteX20" fmla="*/ 344200 w 728197"/>
              <a:gd name="connsiteY20" fmla="*/ 134713 h 587273"/>
              <a:gd name="connsiteX21" fmla="*/ 198986 w 728197"/>
              <a:gd name="connsiteY21" fmla="*/ 316104 h 587273"/>
              <a:gd name="connsiteX22" fmla="*/ 274046 w 728197"/>
              <a:gd name="connsiteY22" fmla="*/ 316104 h 587273"/>
              <a:gd name="connsiteX23" fmla="*/ 308938 w 728197"/>
              <a:gd name="connsiteY23" fmla="*/ 350677 h 587273"/>
              <a:gd name="connsiteX24" fmla="*/ 308938 w 728197"/>
              <a:gd name="connsiteY24" fmla="*/ 552426 h 587273"/>
              <a:gd name="connsiteX25" fmla="*/ 274138 w 728197"/>
              <a:gd name="connsiteY25" fmla="*/ 586907 h 587273"/>
              <a:gd name="connsiteX26" fmla="*/ 274046 w 728197"/>
              <a:gd name="connsiteY26" fmla="*/ 586907 h 587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28197" h="587273">
                <a:moveTo>
                  <a:pt x="418890" y="587273"/>
                </a:moveTo>
                <a:cubicBezTo>
                  <a:pt x="399670" y="587324"/>
                  <a:pt x="384048" y="571928"/>
                  <a:pt x="383998" y="552884"/>
                </a:cubicBezTo>
                <a:cubicBezTo>
                  <a:pt x="383998" y="552854"/>
                  <a:pt x="383998" y="552823"/>
                  <a:pt x="383998" y="552793"/>
                </a:cubicBezTo>
                <a:lnTo>
                  <a:pt x="383998" y="367917"/>
                </a:lnTo>
                <a:cubicBezTo>
                  <a:pt x="383998" y="240082"/>
                  <a:pt x="427189" y="143945"/>
                  <a:pt x="513570" y="79508"/>
                </a:cubicBezTo>
                <a:cubicBezTo>
                  <a:pt x="571693" y="35795"/>
                  <a:pt x="643235" y="9292"/>
                  <a:pt x="728198" y="0"/>
                </a:cubicBezTo>
                <a:lnTo>
                  <a:pt x="728198" y="134713"/>
                </a:lnTo>
                <a:cubicBezTo>
                  <a:pt x="631694" y="155439"/>
                  <a:pt x="583419" y="215902"/>
                  <a:pt x="583354" y="316104"/>
                </a:cubicBezTo>
                <a:lnTo>
                  <a:pt x="658414" y="316104"/>
                </a:lnTo>
                <a:cubicBezTo>
                  <a:pt x="677683" y="316054"/>
                  <a:pt x="693343" y="331491"/>
                  <a:pt x="693398" y="350585"/>
                </a:cubicBezTo>
                <a:cubicBezTo>
                  <a:pt x="693398" y="350615"/>
                  <a:pt x="693398" y="350646"/>
                  <a:pt x="693398" y="350677"/>
                </a:cubicBezTo>
                <a:lnTo>
                  <a:pt x="693398" y="552426"/>
                </a:lnTo>
                <a:cubicBezTo>
                  <a:pt x="693398" y="571469"/>
                  <a:pt x="677822" y="586907"/>
                  <a:pt x="658599" y="586907"/>
                </a:cubicBezTo>
                <a:cubicBezTo>
                  <a:pt x="658571" y="586907"/>
                  <a:pt x="658534" y="586907"/>
                  <a:pt x="658506" y="586907"/>
                </a:cubicBezTo>
                <a:close/>
                <a:moveTo>
                  <a:pt x="34892" y="587273"/>
                </a:moveTo>
                <a:cubicBezTo>
                  <a:pt x="15673" y="587324"/>
                  <a:pt x="51" y="571928"/>
                  <a:pt x="0" y="552884"/>
                </a:cubicBezTo>
                <a:cubicBezTo>
                  <a:pt x="0" y="552854"/>
                  <a:pt x="0" y="552823"/>
                  <a:pt x="0" y="552793"/>
                </a:cubicBezTo>
                <a:lnTo>
                  <a:pt x="0" y="367917"/>
                </a:lnTo>
                <a:cubicBezTo>
                  <a:pt x="0" y="240082"/>
                  <a:pt x="43191" y="143945"/>
                  <a:pt x="129573" y="79508"/>
                </a:cubicBezTo>
                <a:cubicBezTo>
                  <a:pt x="187695" y="35795"/>
                  <a:pt x="259238" y="9292"/>
                  <a:pt x="344200" y="0"/>
                </a:cubicBezTo>
                <a:lnTo>
                  <a:pt x="344200" y="134713"/>
                </a:lnTo>
                <a:cubicBezTo>
                  <a:pt x="247391" y="155439"/>
                  <a:pt x="198986" y="215902"/>
                  <a:pt x="198986" y="316104"/>
                </a:cubicBezTo>
                <a:lnTo>
                  <a:pt x="274046" y="316104"/>
                </a:lnTo>
                <a:cubicBezTo>
                  <a:pt x="293316" y="316104"/>
                  <a:pt x="308938" y="331583"/>
                  <a:pt x="308938" y="350677"/>
                </a:cubicBezTo>
                <a:lnTo>
                  <a:pt x="308938" y="552426"/>
                </a:lnTo>
                <a:cubicBezTo>
                  <a:pt x="308938" y="571469"/>
                  <a:pt x="293358" y="586907"/>
                  <a:pt x="274138" y="586907"/>
                </a:cubicBezTo>
                <a:cubicBezTo>
                  <a:pt x="274108" y="586907"/>
                  <a:pt x="274076" y="586907"/>
                  <a:pt x="274046" y="586907"/>
                </a:cubicBezTo>
                <a:close/>
              </a:path>
            </a:pathLst>
          </a:custGeom>
          <a:noFill/>
          <a:ln w="15875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7038" y="1706879"/>
            <a:ext cx="8794750" cy="2174875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dirty="0"/>
              <a:t>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consectetuer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</a:t>
            </a:r>
            <a:r>
              <a:rPr lang="en-GB" dirty="0" err="1"/>
              <a:t>nonummy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 dolore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97038" y="4191318"/>
            <a:ext cx="8794750" cy="625475"/>
          </a:xfrm>
        </p:spPr>
        <p:txBody>
          <a:bodyPr/>
          <a:lstStyle>
            <a:lvl1pPr marL="0" indent="0" algn="ctr">
              <a:lnSpc>
                <a:spcPct val="110000"/>
              </a:lnSpc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68BC5-9F97-A637-CA24-35B03B63AA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44600"/>
            <a:ext cx="5373688" cy="3167380"/>
          </a:xfrm>
        </p:spPr>
        <p:txBody>
          <a:bodyPr/>
          <a:lstStyle>
            <a:lvl1pPr algn="l">
              <a:defRPr sz="4000"/>
            </a:lvl1pPr>
          </a:lstStyle>
          <a:p>
            <a:r>
              <a:rPr lang="en-US" dirty="0"/>
              <a:t>“Quote slide 1, </a:t>
            </a:r>
            <a:r>
              <a:rPr lang="en-GB" dirty="0"/>
              <a:t>Lorem ipsum </a:t>
            </a:r>
            <a:r>
              <a:rPr lang="en-GB" dirty="0" err="1"/>
              <a:t>dolor</a:t>
            </a:r>
            <a:r>
              <a:rPr lang="en-GB" dirty="0"/>
              <a:t> sit </a:t>
            </a:r>
            <a:r>
              <a:rPr lang="en-GB" dirty="0" err="1"/>
              <a:t>amet</a:t>
            </a:r>
            <a:r>
              <a:rPr lang="en-GB" dirty="0"/>
              <a:t>, </a:t>
            </a:r>
            <a:r>
              <a:rPr lang="en-GB" dirty="0" err="1"/>
              <a:t>consect</a:t>
            </a:r>
            <a:r>
              <a:rPr lang="en-GB" dirty="0"/>
              <a:t> </a:t>
            </a:r>
            <a:r>
              <a:rPr lang="en-GB" dirty="0" err="1"/>
              <a:t>adipiscing</a:t>
            </a:r>
            <a:r>
              <a:rPr lang="en-GB" dirty="0"/>
              <a:t> </a:t>
            </a:r>
            <a:r>
              <a:rPr lang="en-GB" dirty="0" err="1"/>
              <a:t>elit</a:t>
            </a:r>
            <a:r>
              <a:rPr lang="en-GB" dirty="0"/>
              <a:t>, </a:t>
            </a:r>
            <a:r>
              <a:rPr lang="en-GB" dirty="0" err="1"/>
              <a:t>sed</a:t>
            </a:r>
            <a:r>
              <a:rPr lang="en-GB" dirty="0"/>
              <a:t> </a:t>
            </a:r>
            <a:r>
              <a:rPr lang="en-GB" dirty="0" err="1"/>
              <a:t>diam</a:t>
            </a:r>
            <a:r>
              <a:rPr lang="en-GB" dirty="0"/>
              <a:t> no </a:t>
            </a:r>
            <a:r>
              <a:rPr lang="en-GB" dirty="0" err="1"/>
              <a:t>nummy</a:t>
            </a:r>
            <a:r>
              <a:rPr lang="en-GB" dirty="0"/>
              <a:t> </a:t>
            </a:r>
            <a:r>
              <a:rPr lang="en-GB" dirty="0" err="1"/>
              <a:t>nibh</a:t>
            </a:r>
            <a:r>
              <a:rPr lang="en-GB" dirty="0"/>
              <a:t> </a:t>
            </a:r>
            <a:r>
              <a:rPr lang="en-GB" dirty="0" err="1"/>
              <a:t>euismod</a:t>
            </a:r>
            <a:r>
              <a:rPr lang="en-GB" dirty="0"/>
              <a:t> </a:t>
            </a:r>
            <a:r>
              <a:rPr lang="en-GB" dirty="0" err="1"/>
              <a:t>tincidunt</a:t>
            </a:r>
            <a:r>
              <a:rPr lang="en-GB" dirty="0"/>
              <a:t> </a:t>
            </a:r>
            <a:r>
              <a:rPr lang="en-GB" dirty="0" err="1"/>
              <a:t>ut</a:t>
            </a:r>
            <a:r>
              <a:rPr lang="en-GB" dirty="0"/>
              <a:t> </a:t>
            </a:r>
            <a:r>
              <a:rPr lang="en-GB" dirty="0" err="1"/>
              <a:t>laoreet</a:t>
            </a:r>
            <a:r>
              <a:rPr lang="en-GB" dirty="0"/>
              <a:t>”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765B2C-5060-1909-C557-ADA0DD5D99D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0" y="4726305"/>
            <a:ext cx="5373688" cy="673417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2000"/>
            </a:lvl1pPr>
          </a:lstStyle>
          <a:p>
            <a:pPr lvl="0"/>
            <a:r>
              <a:rPr lang="en-US" dirty="0"/>
              <a:t>Speaker Name</a:t>
            </a:r>
          </a:p>
          <a:p>
            <a:pPr lvl="0"/>
            <a:r>
              <a:rPr lang="en-US" dirty="0"/>
              <a:t>Speaker Role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CFFC5C-7657-95D9-3E3C-A05AC680CB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99777-CA26-AFF0-62B3-9D957F6FDE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481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, Title, Body Copy, Graphi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EFB629D-1461-3E6E-194F-1E2781C5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5683250" cy="94645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2D1E1-C16C-597A-29F4-4F0B590395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1555750"/>
            <a:ext cx="5683250" cy="923925"/>
          </a:xfrm>
        </p:spPr>
        <p:txBody>
          <a:bodyPr/>
          <a:lstStyle>
            <a:lvl1pPr marL="0" indent="0">
              <a:buNone/>
              <a:defRPr sz="1800" b="0"/>
            </a:lvl1pPr>
            <a:lvl2pPr marL="182880" indent="0">
              <a:buNone/>
              <a:defRPr sz="1600" b="0"/>
            </a:lvl2pPr>
            <a:lvl3pPr marL="365760" indent="0">
              <a:buNone/>
              <a:defRPr sz="1400" b="0"/>
            </a:lvl3pPr>
            <a:lvl4pPr marL="548640" indent="0">
              <a:buNone/>
              <a:defRPr sz="1200" b="0"/>
            </a:lvl4pPr>
            <a:lvl5pPr marL="731520" indent="0">
              <a:buNone/>
              <a:defRPr sz="1100" b="0"/>
            </a:lvl5pPr>
          </a:lstStyle>
          <a:p>
            <a:pPr lvl="0"/>
            <a:r>
              <a:rPr lang="en-US" dirty="0"/>
              <a:t>Body copy placeholder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99622-5FA2-FEEE-3C33-0A896ADDB12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157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C50E13-06E5-F6BB-7667-EE8E9893D0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005315C-F3C4-4817-6DB5-825E9E8E9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49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har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BD67761C-12AC-06B4-1032-66C47B765FE0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722313" y="1555750"/>
            <a:ext cx="10747375" cy="4519613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below to add a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665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E74D6FA-95EE-1CAF-BEA5-F32D06BA6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CDE918-878C-B6E2-7015-CE4BF7A0B7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3850" y="806450"/>
            <a:ext cx="5772150" cy="292100"/>
          </a:xfrm>
        </p:spPr>
        <p:txBody>
          <a:bodyPr/>
          <a:lstStyle>
            <a:lvl1pPr marL="0" indent="0">
              <a:buNone/>
              <a:defRPr sz="1600" b="0"/>
            </a:lvl1pPr>
            <a:lvl2pPr marL="182880" indent="0">
              <a:buNone/>
              <a:defRPr sz="1400"/>
            </a:lvl2pPr>
            <a:lvl3pPr marL="365760" indent="0">
              <a:buNone/>
              <a:defRPr sz="1200"/>
            </a:lvl3pPr>
            <a:lvl4pPr marL="548640" indent="0">
              <a:buNone/>
              <a:defRPr sz="1100"/>
            </a:lvl4pPr>
            <a:lvl5pPr marL="731520" indent="0">
              <a:buNone/>
              <a:defRPr sz="1050"/>
            </a:lvl5pPr>
          </a:lstStyle>
          <a:p>
            <a:pPr lvl="0"/>
            <a:r>
              <a:rPr lang="en-US" dirty="0"/>
              <a:t>Subtitle placeholder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B0E688F9-03DF-D354-A8AF-EF5349F39C6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323850" y="1555750"/>
            <a:ext cx="11544300" cy="4519613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below to add a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345BA0-AFF9-CA34-CF89-66A166DB40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1680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Slide Title,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114D6-E2A0-BB7F-D120-F920E817C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339181"/>
            <a:ext cx="5281613" cy="2179638"/>
          </a:xfrm>
        </p:spPr>
        <p:txBody>
          <a:bodyPr wrap="square" anchor="ctr" anchorCtr="0">
            <a:no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9EC94CF-F758-4A7C-3B39-A1EFC1EA815A}"/>
              </a:ext>
            </a:extLst>
          </p:cNvPr>
          <p:cNvSpPr>
            <a:spLocks noGrp="1"/>
          </p:cNvSpPr>
          <p:nvPr>
            <p:ph type="chart" sz="quarter" idx="12" hasCustomPrompt="1"/>
          </p:nvPr>
        </p:nvSpPr>
        <p:spPr>
          <a:xfrm>
            <a:off x="6581775" y="952500"/>
            <a:ext cx="4887913" cy="4968875"/>
          </a:xfrm>
        </p:spPr>
        <p:txBody>
          <a:bodyPr tIns="91440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below to add chart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01575F-C481-6715-1865-C24DCDB56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88B697-7FF8-033A-E0D2-4C2717BFD5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41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1, Title, Sub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E0C9451-8976-3C96-3C4E-F9624BB31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2476500"/>
          </a:xfr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3738563"/>
            <a:ext cx="7634287" cy="936625"/>
          </a:xfr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3146B2-9533-23DF-7DA9-0EBFD969778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D4EDA1-89C5-8341-7EDE-FCCAAA0607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115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Statement 1, Title, Sub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BE3366F-F43E-6996-B128-0A001300FD2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</p:spPr>
        <p:txBody>
          <a:bodyPr tIns="27432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Image placeholder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6B6A35-8740-9D1E-A189-71BC5C742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063" y="952500"/>
            <a:ext cx="7634288" cy="1537465"/>
          </a:xfrm>
        </p:spPr>
        <p:txBody>
          <a:bodyPr anchor="b" anchorCtr="0"/>
          <a:lstStyle>
            <a:lvl1pPr algn="ctr"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D4A8F9-F7CA-7BED-9594-D64F51EE92B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8063" y="2492374"/>
            <a:ext cx="7634287" cy="311152"/>
          </a:xfrm>
        </p:spPr>
        <p:txBody>
          <a:bodyPr/>
          <a:lstStyle>
            <a:lvl1pPr marL="0" indent="0" algn="ctr">
              <a:buNone/>
              <a:defRPr/>
            </a:lvl1pPr>
            <a:lvl2pPr marL="182880" indent="0" algn="ctr">
              <a:buNone/>
              <a:defRPr/>
            </a:lvl2pPr>
            <a:lvl3pPr marL="365760" indent="0" algn="ctr">
              <a:buNone/>
              <a:defRPr/>
            </a:lvl3pPr>
            <a:lvl4pPr marL="548640" indent="0" algn="ctr">
              <a:buNone/>
              <a:defRPr/>
            </a:lvl4pPr>
            <a:lvl5pPr marL="731520" indent="0" algn="ctr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703969-9100-4398-1394-9B9B34222C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defTabSz="814318">
              <a:defRPr/>
            </a:pPr>
            <a:r>
              <a:rPr lang="en-US"/>
              <a:t>Session ID: BRKSEC-XXXX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FB270-12CC-4B92-85FD-B7710644F26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321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85A1-2C43-8640-F232-FC5413728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231"/>
            <a:ext cx="7634288" cy="1870075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756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F17AB4-9E08-0A74-D302-44EB1D55B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8"/>
          </a:xfrm>
        </p:spPr>
        <p:txBody>
          <a:bodyPr wrap="square" anchor="ctr" anchorCtr="0">
            <a:noAutofit/>
          </a:bodyPr>
          <a:lstStyle>
            <a:lvl1pPr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771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634288" cy="1868487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515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gu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CEAE-269F-9001-82E1-E63AB481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492375"/>
            <a:ext cx="7235825" cy="1868487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322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5412D7-A614-E163-F131-6847698E77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244601"/>
            <a:ext cx="10888663" cy="4367212"/>
          </a:xfrm>
          <a:prstGeom prst="rect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en-US" dirty="0"/>
              <a:t>Thank you</a:t>
            </a:r>
          </a:p>
        </p:txBody>
      </p:sp>
      <p:pic>
        <p:nvPicPr>
          <p:cNvPr id="18" name="Picture 7" descr="Cisco logo">
            <a:extLst>
              <a:ext uri="{FF2B5EF4-FFF2-40B4-BE49-F238E27FC236}">
                <a16:creationId xmlns:a16="http://schemas.microsoft.com/office/drawing/2014/main" id="{56775E76-582E-6CCC-1676-4F670B0BFC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058274" y="3188776"/>
            <a:ext cx="914400" cy="480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956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FD99A5-A6E1-0514-02DB-84C6BD1878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850" y="3114676"/>
            <a:ext cx="2749550" cy="623888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814328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aphic 2" descr="Cisco logo">
            <a:extLst>
              <a:ext uri="{FF2B5EF4-FFF2-40B4-BE49-F238E27FC236}">
                <a16:creationId xmlns:a16="http://schemas.microsoft.com/office/drawing/2014/main" id="{9A32CA38-C4CF-D4BC-78F1-F151F8F9799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487122" y="2978332"/>
            <a:ext cx="1217756" cy="640080"/>
            <a:chOff x="7202835" y="2919593"/>
            <a:chExt cx="1014444" cy="533215"/>
          </a:xfrm>
          <a:solidFill>
            <a:schemeClr val="bg1"/>
          </a:solidFill>
        </p:grpSpPr>
        <p:sp>
          <p:nvSpPr>
            <p:cNvPr id="4" name="Freeform 24">
              <a:extLst>
                <a:ext uri="{FF2B5EF4-FFF2-40B4-BE49-F238E27FC236}">
                  <a16:creationId xmlns:a16="http://schemas.microsoft.com/office/drawing/2014/main" id="{0848F511-CD0C-4E21-1411-CA7D0F6E3A43}"/>
                </a:ext>
              </a:extLst>
            </p:cNvPr>
            <p:cNvSpPr/>
            <p:nvPr/>
          </p:nvSpPr>
          <p:spPr>
            <a:xfrm>
              <a:off x="7489875" y="3273956"/>
              <a:ext cx="44467" cy="175170"/>
            </a:xfrm>
            <a:custGeom>
              <a:avLst/>
              <a:gdLst>
                <a:gd name="connsiteX0" fmla="*/ 0 w 44467"/>
                <a:gd name="connsiteY0" fmla="*/ 0 h 175170"/>
                <a:gd name="connsiteX1" fmla="*/ 44467 w 44467"/>
                <a:gd name="connsiteY1" fmla="*/ 0 h 175170"/>
                <a:gd name="connsiteX2" fmla="*/ 44467 w 44467"/>
                <a:gd name="connsiteY2" fmla="*/ 175170 h 175170"/>
                <a:gd name="connsiteX3" fmla="*/ 0 w 44467"/>
                <a:gd name="connsiteY3" fmla="*/ 175170 h 17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467" h="175170">
                  <a:moveTo>
                    <a:pt x="0" y="0"/>
                  </a:moveTo>
                  <a:lnTo>
                    <a:pt x="44467" y="0"/>
                  </a:lnTo>
                  <a:lnTo>
                    <a:pt x="44467" y="175170"/>
                  </a:lnTo>
                  <a:lnTo>
                    <a:pt x="0" y="175170"/>
                  </a:lnTo>
                  <a:close/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5" name="Freeform 25">
              <a:extLst>
                <a:ext uri="{FF2B5EF4-FFF2-40B4-BE49-F238E27FC236}">
                  <a16:creationId xmlns:a16="http://schemas.microsoft.com/office/drawing/2014/main" id="{CE7BD058-D0FF-047D-F5E7-7A0A610E086D}"/>
                </a:ext>
              </a:extLst>
            </p:cNvPr>
            <p:cNvSpPr/>
            <p:nvPr/>
          </p:nvSpPr>
          <p:spPr>
            <a:xfrm>
              <a:off x="7758493" y="3270889"/>
              <a:ext cx="134399" cy="181394"/>
            </a:xfrm>
            <a:custGeom>
              <a:avLst/>
              <a:gdLst>
                <a:gd name="connsiteX0" fmla="*/ 0 w 134399"/>
                <a:gd name="connsiteY0" fmla="*/ 90652 h 181394"/>
                <a:gd name="connsiteX1" fmla="*/ 93835 w 134399"/>
                <a:gd name="connsiteY1" fmla="*/ 181394 h 181394"/>
                <a:gd name="connsiteX2" fmla="*/ 134400 w 134399"/>
                <a:gd name="connsiteY2" fmla="*/ 175170 h 181394"/>
                <a:gd name="connsiteX3" fmla="*/ 134400 w 134399"/>
                <a:gd name="connsiteY3" fmla="*/ 128176 h 181394"/>
                <a:gd name="connsiteX4" fmla="*/ 97011 w 134399"/>
                <a:gd name="connsiteY4" fmla="*/ 137196 h 181394"/>
                <a:gd name="connsiteX5" fmla="*/ 50003 w 134399"/>
                <a:gd name="connsiteY5" fmla="*/ 90472 h 181394"/>
                <a:gd name="connsiteX6" fmla="*/ 97011 w 134399"/>
                <a:gd name="connsiteY6" fmla="*/ 43747 h 181394"/>
                <a:gd name="connsiteX7" fmla="*/ 134400 w 134399"/>
                <a:gd name="connsiteY7" fmla="*/ 52768 h 181394"/>
                <a:gd name="connsiteX8" fmla="*/ 134400 w 134399"/>
                <a:gd name="connsiteY8" fmla="*/ 6314 h 181394"/>
                <a:gd name="connsiteX9" fmla="*/ 93835 w 134399"/>
                <a:gd name="connsiteY9" fmla="*/ 0 h 181394"/>
                <a:gd name="connsiteX10" fmla="*/ 0 w 134399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399" h="181394">
                  <a:moveTo>
                    <a:pt x="0" y="90652"/>
                  </a:moveTo>
                  <a:cubicBezTo>
                    <a:pt x="0" y="147118"/>
                    <a:pt x="43832" y="181394"/>
                    <a:pt x="93835" y="181394"/>
                  </a:cubicBezTo>
                  <a:cubicBezTo>
                    <a:pt x="107583" y="181261"/>
                    <a:pt x="121250" y="179165"/>
                    <a:pt x="134400" y="175170"/>
                  </a:cubicBezTo>
                  <a:lnTo>
                    <a:pt x="134400" y="128176"/>
                  </a:lnTo>
                  <a:cubicBezTo>
                    <a:pt x="122893" y="134240"/>
                    <a:pt x="110034" y="137341"/>
                    <a:pt x="97011" y="137196"/>
                  </a:cubicBezTo>
                  <a:cubicBezTo>
                    <a:pt x="71048" y="137196"/>
                    <a:pt x="50003" y="116276"/>
                    <a:pt x="50003" y="90472"/>
                  </a:cubicBezTo>
                  <a:cubicBezTo>
                    <a:pt x="50003" y="64667"/>
                    <a:pt x="71048" y="43747"/>
                    <a:pt x="97011" y="43747"/>
                  </a:cubicBezTo>
                  <a:cubicBezTo>
                    <a:pt x="110034" y="43598"/>
                    <a:pt x="122893" y="46700"/>
                    <a:pt x="134400" y="52768"/>
                  </a:cubicBezTo>
                  <a:lnTo>
                    <a:pt x="134400" y="6314"/>
                  </a:lnTo>
                  <a:cubicBezTo>
                    <a:pt x="121287" y="2146"/>
                    <a:pt x="107602" y="15"/>
                    <a:pt x="93835" y="0"/>
                  </a:cubicBezTo>
                  <a:cubicBezTo>
                    <a:pt x="39385" y="0"/>
                    <a:pt x="0" y="38335"/>
                    <a:pt x="0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6" name="Freeform 26">
              <a:extLst>
                <a:ext uri="{FF2B5EF4-FFF2-40B4-BE49-F238E27FC236}">
                  <a16:creationId xmlns:a16="http://schemas.microsoft.com/office/drawing/2014/main" id="{83623A44-0F0F-1370-66F6-0846CAF90985}"/>
                </a:ext>
              </a:extLst>
            </p:cNvPr>
            <p:cNvSpPr/>
            <p:nvPr/>
          </p:nvSpPr>
          <p:spPr>
            <a:xfrm>
              <a:off x="7294401" y="3270889"/>
              <a:ext cx="134581" cy="181394"/>
            </a:xfrm>
            <a:custGeom>
              <a:avLst/>
              <a:gdLst>
                <a:gd name="connsiteX0" fmla="*/ 0 w 134581"/>
                <a:gd name="connsiteY0" fmla="*/ 90652 h 181394"/>
                <a:gd name="connsiteX1" fmla="*/ 93926 w 134581"/>
                <a:gd name="connsiteY1" fmla="*/ 181394 h 181394"/>
                <a:gd name="connsiteX2" fmla="*/ 134581 w 134581"/>
                <a:gd name="connsiteY2" fmla="*/ 175170 h 181394"/>
                <a:gd name="connsiteX3" fmla="*/ 134581 w 134581"/>
                <a:gd name="connsiteY3" fmla="*/ 128176 h 181394"/>
                <a:gd name="connsiteX4" fmla="*/ 97193 w 134581"/>
                <a:gd name="connsiteY4" fmla="*/ 137196 h 181394"/>
                <a:gd name="connsiteX5" fmla="*/ 50184 w 134581"/>
                <a:gd name="connsiteY5" fmla="*/ 90472 h 181394"/>
                <a:gd name="connsiteX6" fmla="*/ 97193 w 134581"/>
                <a:gd name="connsiteY6" fmla="*/ 43747 h 181394"/>
                <a:gd name="connsiteX7" fmla="*/ 134581 w 134581"/>
                <a:gd name="connsiteY7" fmla="*/ 52768 h 181394"/>
                <a:gd name="connsiteX8" fmla="*/ 134581 w 134581"/>
                <a:gd name="connsiteY8" fmla="*/ 6314 h 181394"/>
                <a:gd name="connsiteX9" fmla="*/ 93926 w 134581"/>
                <a:gd name="connsiteY9" fmla="*/ 0 h 181394"/>
                <a:gd name="connsiteX10" fmla="*/ 181 w 134581"/>
                <a:gd name="connsiteY10" fmla="*/ 90652 h 181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581" h="181394">
                  <a:moveTo>
                    <a:pt x="0" y="90652"/>
                  </a:moveTo>
                  <a:cubicBezTo>
                    <a:pt x="0" y="147118"/>
                    <a:pt x="43832" y="181394"/>
                    <a:pt x="93926" y="181394"/>
                  </a:cubicBezTo>
                  <a:cubicBezTo>
                    <a:pt x="107708" y="181268"/>
                    <a:pt x="121400" y="179172"/>
                    <a:pt x="134581" y="175170"/>
                  </a:cubicBezTo>
                  <a:lnTo>
                    <a:pt x="134581" y="128176"/>
                  </a:lnTo>
                  <a:cubicBezTo>
                    <a:pt x="123065" y="134222"/>
                    <a:pt x="110216" y="137322"/>
                    <a:pt x="97193" y="137196"/>
                  </a:cubicBezTo>
                  <a:cubicBezTo>
                    <a:pt x="71231" y="137196"/>
                    <a:pt x="50184" y="116276"/>
                    <a:pt x="50184" y="90472"/>
                  </a:cubicBezTo>
                  <a:cubicBezTo>
                    <a:pt x="50184" y="64667"/>
                    <a:pt x="71231" y="43747"/>
                    <a:pt x="97193" y="43747"/>
                  </a:cubicBezTo>
                  <a:cubicBezTo>
                    <a:pt x="110217" y="43613"/>
                    <a:pt x="123068" y="46714"/>
                    <a:pt x="134581" y="52768"/>
                  </a:cubicBezTo>
                  <a:lnTo>
                    <a:pt x="134581" y="6314"/>
                  </a:lnTo>
                  <a:cubicBezTo>
                    <a:pt x="121434" y="2159"/>
                    <a:pt x="107722" y="30"/>
                    <a:pt x="93926" y="0"/>
                  </a:cubicBezTo>
                  <a:cubicBezTo>
                    <a:pt x="39476" y="0"/>
                    <a:pt x="181" y="38335"/>
                    <a:pt x="181" y="9065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7" name="Freeform 27">
              <a:extLst>
                <a:ext uri="{FF2B5EF4-FFF2-40B4-BE49-F238E27FC236}">
                  <a16:creationId xmlns:a16="http://schemas.microsoft.com/office/drawing/2014/main" id="{8ABAB402-379C-A6D8-AF39-B22717AC8652}"/>
                </a:ext>
              </a:extLst>
            </p:cNvPr>
            <p:cNvSpPr/>
            <p:nvPr/>
          </p:nvSpPr>
          <p:spPr>
            <a:xfrm>
              <a:off x="7943079" y="3270861"/>
              <a:ext cx="182591" cy="181947"/>
            </a:xfrm>
            <a:custGeom>
              <a:avLst/>
              <a:gdLst>
                <a:gd name="connsiteX0" fmla="*/ 89568 w 182591"/>
                <a:gd name="connsiteY0" fmla="*/ 137224 h 181947"/>
                <a:gd name="connsiteX1" fmla="*/ 42832 w 182591"/>
                <a:gd name="connsiteY1" fmla="*/ 91494 h 181947"/>
                <a:gd name="connsiteX2" fmla="*/ 88842 w 182591"/>
                <a:gd name="connsiteY2" fmla="*/ 45041 h 181947"/>
                <a:gd name="connsiteX3" fmla="*/ 135578 w 182591"/>
                <a:gd name="connsiteY3" fmla="*/ 90772 h 181947"/>
                <a:gd name="connsiteX4" fmla="*/ 135578 w 182591"/>
                <a:gd name="connsiteY4" fmla="*/ 91131 h 181947"/>
                <a:gd name="connsiteX5" fmla="*/ 91220 w 182591"/>
                <a:gd name="connsiteY5" fmla="*/ 137218 h 181947"/>
                <a:gd name="connsiteX6" fmla="*/ 89568 w 182591"/>
                <a:gd name="connsiteY6" fmla="*/ 137224 h 181947"/>
                <a:gd name="connsiteX7" fmla="*/ 89568 w 182591"/>
                <a:gd name="connsiteY7" fmla="*/ 479 h 181947"/>
                <a:gd name="connsiteX8" fmla="*/ 17 w 182591"/>
                <a:gd name="connsiteY8" fmla="*/ 92919 h 181947"/>
                <a:gd name="connsiteX9" fmla="*/ 93017 w 182591"/>
                <a:gd name="connsiteY9" fmla="*/ 181931 h 181947"/>
                <a:gd name="connsiteX10" fmla="*/ 182586 w 182591"/>
                <a:gd name="connsiteY10" fmla="*/ 91131 h 181947"/>
                <a:gd name="connsiteX11" fmla="*/ 92781 w 182591"/>
                <a:gd name="connsiteY11" fmla="*/ 5 h 181947"/>
                <a:gd name="connsiteX12" fmla="*/ 89568 w 182591"/>
                <a:gd name="connsiteY12" fmla="*/ 28 h 18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2591" h="181947">
                  <a:moveTo>
                    <a:pt x="89568" y="137224"/>
                  </a:moveTo>
                  <a:cubicBezTo>
                    <a:pt x="63959" y="137423"/>
                    <a:pt x="43032" y="116949"/>
                    <a:pt x="42832" y="91494"/>
                  </a:cubicBezTo>
                  <a:cubicBezTo>
                    <a:pt x="42633" y="66038"/>
                    <a:pt x="63233" y="45241"/>
                    <a:pt x="88842" y="45041"/>
                  </a:cubicBezTo>
                  <a:cubicBezTo>
                    <a:pt x="114452" y="44842"/>
                    <a:pt x="135378" y="65317"/>
                    <a:pt x="135578" y="90772"/>
                  </a:cubicBezTo>
                  <a:cubicBezTo>
                    <a:pt x="135578" y="90891"/>
                    <a:pt x="135578" y="91011"/>
                    <a:pt x="135578" y="91131"/>
                  </a:cubicBezTo>
                  <a:cubicBezTo>
                    <a:pt x="136132" y="116033"/>
                    <a:pt x="116267" y="136667"/>
                    <a:pt x="91220" y="137218"/>
                  </a:cubicBezTo>
                  <a:cubicBezTo>
                    <a:pt x="90666" y="137229"/>
                    <a:pt x="90122" y="137232"/>
                    <a:pt x="89568" y="137224"/>
                  </a:cubicBezTo>
                  <a:moveTo>
                    <a:pt x="89568" y="479"/>
                  </a:moveTo>
                  <a:cubicBezTo>
                    <a:pt x="39157" y="1425"/>
                    <a:pt x="-936" y="42812"/>
                    <a:pt x="17" y="92919"/>
                  </a:cubicBezTo>
                  <a:cubicBezTo>
                    <a:pt x="969" y="143026"/>
                    <a:pt x="42605" y="182877"/>
                    <a:pt x="93017" y="181931"/>
                  </a:cubicBezTo>
                  <a:cubicBezTo>
                    <a:pt x="142784" y="180997"/>
                    <a:pt x="182623" y="140607"/>
                    <a:pt x="182586" y="91131"/>
                  </a:cubicBezTo>
                  <a:cubicBezTo>
                    <a:pt x="183104" y="41317"/>
                    <a:pt x="142893" y="519"/>
                    <a:pt x="92781" y="5"/>
                  </a:cubicBezTo>
                  <a:cubicBezTo>
                    <a:pt x="91710" y="-6"/>
                    <a:pt x="90639" y="1"/>
                    <a:pt x="89568" y="28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8" name="Freeform 28">
              <a:extLst>
                <a:ext uri="{FF2B5EF4-FFF2-40B4-BE49-F238E27FC236}">
                  <a16:creationId xmlns:a16="http://schemas.microsoft.com/office/drawing/2014/main" id="{A0F49F63-D861-23D0-7A32-6898EA38AA9E}"/>
                </a:ext>
              </a:extLst>
            </p:cNvPr>
            <p:cNvSpPr/>
            <p:nvPr/>
          </p:nvSpPr>
          <p:spPr>
            <a:xfrm>
              <a:off x="7593692" y="3270799"/>
              <a:ext cx="121059" cy="181484"/>
            </a:xfrm>
            <a:custGeom>
              <a:avLst/>
              <a:gdLst>
                <a:gd name="connsiteX0" fmla="*/ 79678 w 121059"/>
                <a:gd name="connsiteY0" fmla="*/ 72612 h 181484"/>
                <a:gd name="connsiteX1" fmla="*/ 67427 w 121059"/>
                <a:gd name="connsiteY1" fmla="*/ 68733 h 181484"/>
                <a:gd name="connsiteX2" fmla="*/ 47099 w 121059"/>
                <a:gd name="connsiteY2" fmla="*/ 52046 h 181484"/>
                <a:gd name="connsiteX3" fmla="*/ 74324 w 121059"/>
                <a:gd name="connsiteY3" fmla="*/ 37614 h 181484"/>
                <a:gd name="connsiteX4" fmla="*/ 109081 w 121059"/>
                <a:gd name="connsiteY4" fmla="*/ 43026 h 181484"/>
                <a:gd name="connsiteX5" fmla="*/ 109081 w 121059"/>
                <a:gd name="connsiteY5" fmla="*/ 5592 h 181484"/>
                <a:gd name="connsiteX6" fmla="*/ 65703 w 121059"/>
                <a:gd name="connsiteY6" fmla="*/ 0 h 181484"/>
                <a:gd name="connsiteX7" fmla="*/ 0 w 121059"/>
                <a:gd name="connsiteY7" fmla="*/ 54752 h 181484"/>
                <a:gd name="connsiteX8" fmla="*/ 45375 w 121059"/>
                <a:gd name="connsiteY8" fmla="*/ 105986 h 181484"/>
                <a:gd name="connsiteX9" fmla="*/ 54994 w 121059"/>
                <a:gd name="connsiteY9" fmla="*/ 109143 h 181484"/>
                <a:gd name="connsiteX10" fmla="*/ 74778 w 121059"/>
                <a:gd name="connsiteY10" fmla="*/ 126462 h 181484"/>
                <a:gd name="connsiteX11" fmla="*/ 42471 w 121059"/>
                <a:gd name="connsiteY11" fmla="*/ 142878 h 181484"/>
                <a:gd name="connsiteX12" fmla="*/ 454 w 121059"/>
                <a:gd name="connsiteY12" fmla="*/ 136384 h 181484"/>
                <a:gd name="connsiteX13" fmla="*/ 454 w 121059"/>
                <a:gd name="connsiteY13" fmla="*/ 176704 h 181484"/>
                <a:gd name="connsiteX14" fmla="*/ 48460 w 121059"/>
                <a:gd name="connsiteY14" fmla="*/ 181484 h 181484"/>
                <a:gd name="connsiteX15" fmla="*/ 121060 w 121059"/>
                <a:gd name="connsiteY15" fmla="*/ 122673 h 181484"/>
                <a:gd name="connsiteX16" fmla="*/ 79043 w 121059"/>
                <a:gd name="connsiteY16" fmla="*/ 72612 h 181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059" h="181484">
                  <a:moveTo>
                    <a:pt x="79678" y="72612"/>
                  </a:moveTo>
                  <a:lnTo>
                    <a:pt x="67427" y="68733"/>
                  </a:lnTo>
                  <a:cubicBezTo>
                    <a:pt x="60167" y="66388"/>
                    <a:pt x="47099" y="62690"/>
                    <a:pt x="47099" y="52046"/>
                  </a:cubicBezTo>
                  <a:cubicBezTo>
                    <a:pt x="47099" y="43567"/>
                    <a:pt x="56718" y="37614"/>
                    <a:pt x="74324" y="37614"/>
                  </a:cubicBezTo>
                  <a:cubicBezTo>
                    <a:pt x="86085" y="38079"/>
                    <a:pt x="97746" y="39896"/>
                    <a:pt x="109081" y="43026"/>
                  </a:cubicBezTo>
                  <a:lnTo>
                    <a:pt x="109081" y="5592"/>
                  </a:lnTo>
                  <a:cubicBezTo>
                    <a:pt x="94888" y="2071"/>
                    <a:pt x="80331" y="194"/>
                    <a:pt x="65703" y="0"/>
                  </a:cubicBezTo>
                  <a:cubicBezTo>
                    <a:pt x="24684" y="0"/>
                    <a:pt x="0" y="22009"/>
                    <a:pt x="0" y="54752"/>
                  </a:cubicBezTo>
                  <a:cubicBezTo>
                    <a:pt x="0" y="83797"/>
                    <a:pt x="20691" y="98229"/>
                    <a:pt x="45375" y="105986"/>
                  </a:cubicBezTo>
                  <a:cubicBezTo>
                    <a:pt x="48188" y="106888"/>
                    <a:pt x="52272" y="108151"/>
                    <a:pt x="54994" y="109143"/>
                  </a:cubicBezTo>
                  <a:cubicBezTo>
                    <a:pt x="65975" y="112571"/>
                    <a:pt x="74778" y="117622"/>
                    <a:pt x="74778" y="126462"/>
                  </a:cubicBezTo>
                  <a:cubicBezTo>
                    <a:pt x="74778" y="135301"/>
                    <a:pt x="64614" y="142878"/>
                    <a:pt x="42471" y="142878"/>
                  </a:cubicBezTo>
                  <a:cubicBezTo>
                    <a:pt x="28250" y="142457"/>
                    <a:pt x="14130" y="140275"/>
                    <a:pt x="454" y="136384"/>
                  </a:cubicBezTo>
                  <a:lnTo>
                    <a:pt x="454" y="176704"/>
                  </a:lnTo>
                  <a:cubicBezTo>
                    <a:pt x="16281" y="179724"/>
                    <a:pt x="32343" y="181324"/>
                    <a:pt x="48460" y="181484"/>
                  </a:cubicBezTo>
                  <a:cubicBezTo>
                    <a:pt x="82491" y="181484"/>
                    <a:pt x="121060" y="166691"/>
                    <a:pt x="121060" y="122673"/>
                  </a:cubicBezTo>
                  <a:cubicBezTo>
                    <a:pt x="121060" y="101296"/>
                    <a:pt x="107901" y="81632"/>
                    <a:pt x="79043" y="7261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9" name="Freeform 29">
              <a:extLst>
                <a:ext uri="{FF2B5EF4-FFF2-40B4-BE49-F238E27FC236}">
                  <a16:creationId xmlns:a16="http://schemas.microsoft.com/office/drawing/2014/main" id="{62CA1BBC-594E-0B3B-ACB5-5180E647EB68}"/>
                </a:ext>
              </a:extLst>
            </p:cNvPr>
            <p:cNvSpPr/>
            <p:nvPr/>
          </p:nvSpPr>
          <p:spPr>
            <a:xfrm>
              <a:off x="7202835" y="3063878"/>
              <a:ext cx="44194" cy="88432"/>
            </a:xfrm>
            <a:custGeom>
              <a:avLst/>
              <a:gdLst>
                <a:gd name="connsiteX0" fmla="*/ 22143 w 44194"/>
                <a:gd name="connsiteY0" fmla="*/ 0 h 88432"/>
                <a:gd name="connsiteX1" fmla="*/ 0 w 44194"/>
                <a:gd name="connsiteY1" fmla="*/ 21919 h 88432"/>
                <a:gd name="connsiteX2" fmla="*/ 0 w 44194"/>
                <a:gd name="connsiteY2" fmla="*/ 67831 h 88432"/>
                <a:gd name="connsiteX3" fmla="*/ 23514 w 44194"/>
                <a:gd name="connsiteY3" fmla="*/ 88387 h 88432"/>
                <a:gd name="connsiteX4" fmla="*/ 44195 w 44194"/>
                <a:gd name="connsiteY4" fmla="*/ 67831 h 88432"/>
                <a:gd name="connsiteX5" fmla="*/ 44195 w 44194"/>
                <a:gd name="connsiteY5" fmla="*/ 21919 h 88432"/>
                <a:gd name="connsiteX6" fmla="*/ 22143 w 44194"/>
                <a:gd name="connsiteY6" fmla="*/ 0 h 8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94" h="88432">
                  <a:moveTo>
                    <a:pt x="22143" y="0"/>
                  </a:moveTo>
                  <a:cubicBezTo>
                    <a:pt x="9949" y="0"/>
                    <a:pt x="50" y="9799"/>
                    <a:pt x="0" y="21919"/>
                  </a:cubicBezTo>
                  <a:lnTo>
                    <a:pt x="0" y="67831"/>
                  </a:lnTo>
                  <a:cubicBezTo>
                    <a:pt x="782" y="79961"/>
                    <a:pt x="11310" y="89165"/>
                    <a:pt x="23514" y="88387"/>
                  </a:cubicBezTo>
                  <a:cubicBezTo>
                    <a:pt x="34627" y="87679"/>
                    <a:pt x="43483" y="78877"/>
                    <a:pt x="44195" y="67831"/>
                  </a:cubicBezTo>
                  <a:lnTo>
                    <a:pt x="44195" y="21919"/>
                  </a:lnTo>
                  <a:cubicBezTo>
                    <a:pt x="44195" y="9813"/>
                    <a:pt x="34321" y="0"/>
                    <a:pt x="22143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0" name="Freeform 30">
              <a:extLst>
                <a:ext uri="{FF2B5EF4-FFF2-40B4-BE49-F238E27FC236}">
                  <a16:creationId xmlns:a16="http://schemas.microsoft.com/office/drawing/2014/main" id="{51B57147-07A3-179D-3B44-669E31BA0779}"/>
                </a:ext>
              </a:extLst>
            </p:cNvPr>
            <p:cNvSpPr/>
            <p:nvPr/>
          </p:nvSpPr>
          <p:spPr>
            <a:xfrm>
              <a:off x="7324348" y="3003533"/>
              <a:ext cx="44104" cy="150094"/>
            </a:xfrm>
            <a:custGeom>
              <a:avLst/>
              <a:gdLst>
                <a:gd name="connsiteX0" fmla="*/ 22052 w 44104"/>
                <a:gd name="connsiteY0" fmla="*/ 150094 h 150094"/>
                <a:gd name="connsiteX1" fmla="*/ 44104 w 44104"/>
                <a:gd name="connsiteY1" fmla="*/ 128176 h 150094"/>
                <a:gd name="connsiteX2" fmla="*/ 44104 w 44104"/>
                <a:gd name="connsiteY2" fmla="*/ 21919 h 150094"/>
                <a:gd name="connsiteX3" fmla="*/ 22052 w 44104"/>
                <a:gd name="connsiteY3" fmla="*/ 0 h 150094"/>
                <a:gd name="connsiteX4" fmla="*/ 0 w 44104"/>
                <a:gd name="connsiteY4" fmla="*/ 21919 h 150094"/>
                <a:gd name="connsiteX5" fmla="*/ 0 w 44104"/>
                <a:gd name="connsiteY5" fmla="*/ 128176 h 150094"/>
                <a:gd name="connsiteX6" fmla="*/ 22052 w 44104"/>
                <a:gd name="connsiteY6" fmla="*/ 150094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22052" y="150094"/>
                  </a:moveTo>
                  <a:cubicBezTo>
                    <a:pt x="34231" y="150094"/>
                    <a:pt x="44104" y="140281"/>
                    <a:pt x="44104" y="128176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3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3" y="150094"/>
                    <a:pt x="22052" y="150094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1" name="Freeform 31">
              <a:extLst>
                <a:ext uri="{FF2B5EF4-FFF2-40B4-BE49-F238E27FC236}">
                  <a16:creationId xmlns:a16="http://schemas.microsoft.com/office/drawing/2014/main" id="{D2F4977B-6C3A-1749-28D3-74067758D800}"/>
                </a:ext>
              </a:extLst>
            </p:cNvPr>
            <p:cNvSpPr/>
            <p:nvPr/>
          </p:nvSpPr>
          <p:spPr>
            <a:xfrm>
              <a:off x="7445589" y="2921000"/>
              <a:ext cx="44104" cy="276375"/>
            </a:xfrm>
            <a:custGeom>
              <a:avLst/>
              <a:gdLst>
                <a:gd name="connsiteX0" fmla="*/ 22052 w 44104"/>
                <a:gd name="connsiteY0" fmla="*/ 0 h 276375"/>
                <a:gd name="connsiteX1" fmla="*/ 0 w 44104"/>
                <a:gd name="connsiteY1" fmla="*/ 21919 h 276375"/>
                <a:gd name="connsiteX2" fmla="*/ 0 w 44104"/>
                <a:gd name="connsiteY2" fmla="*/ 254457 h 276375"/>
                <a:gd name="connsiteX3" fmla="*/ 22052 w 44104"/>
                <a:gd name="connsiteY3" fmla="*/ 276376 h 276375"/>
                <a:gd name="connsiteX4" fmla="*/ 44104 w 44104"/>
                <a:gd name="connsiteY4" fmla="*/ 254457 h 276375"/>
                <a:gd name="connsiteX5" fmla="*/ 44104 w 44104"/>
                <a:gd name="connsiteY5" fmla="*/ 21919 h 276375"/>
                <a:gd name="connsiteX6" fmla="*/ 22052 w 44104"/>
                <a:gd name="connsiteY6" fmla="*/ 0 h 27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276375">
                  <a:moveTo>
                    <a:pt x="22052" y="0"/>
                  </a:moveTo>
                  <a:cubicBezTo>
                    <a:pt x="9873" y="0"/>
                    <a:pt x="0" y="9813"/>
                    <a:pt x="0" y="21919"/>
                  </a:cubicBezTo>
                  <a:lnTo>
                    <a:pt x="0" y="254457"/>
                  </a:lnTo>
                  <a:cubicBezTo>
                    <a:pt x="0" y="266563"/>
                    <a:pt x="9873" y="276376"/>
                    <a:pt x="22052" y="276376"/>
                  </a:cubicBezTo>
                  <a:cubicBezTo>
                    <a:pt x="34231" y="276376"/>
                    <a:pt x="44104" y="266563"/>
                    <a:pt x="44104" y="254457"/>
                  </a:cubicBez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2" name="Freeform 32">
              <a:extLst>
                <a:ext uri="{FF2B5EF4-FFF2-40B4-BE49-F238E27FC236}">
                  <a16:creationId xmlns:a16="http://schemas.microsoft.com/office/drawing/2014/main" id="{7539BE40-6861-0AFB-E72A-25B2630122C7}"/>
                </a:ext>
              </a:extLst>
            </p:cNvPr>
            <p:cNvSpPr/>
            <p:nvPr/>
          </p:nvSpPr>
          <p:spPr>
            <a:xfrm>
              <a:off x="7566921" y="3003533"/>
              <a:ext cx="44104" cy="150094"/>
            </a:xfrm>
            <a:custGeom>
              <a:avLst/>
              <a:gdLst>
                <a:gd name="connsiteX0" fmla="*/ 44104 w 44104"/>
                <a:gd name="connsiteY0" fmla="*/ 128176 h 150094"/>
                <a:gd name="connsiteX1" fmla="*/ 44104 w 44104"/>
                <a:gd name="connsiteY1" fmla="*/ 21919 h 150094"/>
                <a:gd name="connsiteX2" fmla="*/ 22052 w 44104"/>
                <a:gd name="connsiteY2" fmla="*/ 0 h 150094"/>
                <a:gd name="connsiteX3" fmla="*/ 0 w 44104"/>
                <a:gd name="connsiteY3" fmla="*/ 21919 h 150094"/>
                <a:gd name="connsiteX4" fmla="*/ 0 w 44104"/>
                <a:gd name="connsiteY4" fmla="*/ 128176 h 150094"/>
                <a:gd name="connsiteX5" fmla="*/ 22052 w 44104"/>
                <a:gd name="connsiteY5" fmla="*/ 150094 h 150094"/>
                <a:gd name="connsiteX6" fmla="*/ 44104 w 44104"/>
                <a:gd name="connsiteY6" fmla="*/ 128176 h 150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104" h="150094">
                  <a:moveTo>
                    <a:pt x="44104" y="128176"/>
                  </a:moveTo>
                  <a:lnTo>
                    <a:pt x="44104" y="21919"/>
                  </a:lnTo>
                  <a:cubicBezTo>
                    <a:pt x="44104" y="9813"/>
                    <a:pt x="34231" y="0"/>
                    <a:pt x="22052" y="0"/>
                  </a:cubicBezTo>
                  <a:cubicBezTo>
                    <a:pt x="9874" y="0"/>
                    <a:pt x="0" y="9813"/>
                    <a:pt x="0" y="21919"/>
                  </a:cubicBezTo>
                  <a:lnTo>
                    <a:pt x="0" y="128176"/>
                  </a:lnTo>
                  <a:cubicBezTo>
                    <a:pt x="0" y="140281"/>
                    <a:pt x="9874" y="150094"/>
                    <a:pt x="22052" y="150094"/>
                  </a:cubicBezTo>
                  <a:cubicBezTo>
                    <a:pt x="34231" y="150094"/>
                    <a:pt x="44104" y="140281"/>
                    <a:pt x="44104" y="128176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3" name="Freeform 33">
              <a:extLst>
                <a:ext uri="{FF2B5EF4-FFF2-40B4-BE49-F238E27FC236}">
                  <a16:creationId xmlns:a16="http://schemas.microsoft.com/office/drawing/2014/main" id="{8726BE87-6F3D-1887-CD70-E89DF7FE7BFC}"/>
                </a:ext>
              </a:extLst>
            </p:cNvPr>
            <p:cNvSpPr/>
            <p:nvPr/>
          </p:nvSpPr>
          <p:spPr>
            <a:xfrm>
              <a:off x="7687800" y="3063876"/>
              <a:ext cx="44104" cy="89751"/>
            </a:xfrm>
            <a:custGeom>
              <a:avLst/>
              <a:gdLst>
                <a:gd name="connsiteX0" fmla="*/ 22415 w 44104"/>
                <a:gd name="connsiteY0" fmla="*/ 2 h 89751"/>
                <a:gd name="connsiteX1" fmla="*/ 0 w 44104"/>
                <a:gd name="connsiteY1" fmla="*/ 21738 h 89751"/>
                <a:gd name="connsiteX2" fmla="*/ 0 w 44104"/>
                <a:gd name="connsiteY2" fmla="*/ 21921 h 89751"/>
                <a:gd name="connsiteX3" fmla="*/ 0 w 44104"/>
                <a:gd name="connsiteY3" fmla="*/ 67833 h 89751"/>
                <a:gd name="connsiteX4" fmla="*/ 22052 w 44104"/>
                <a:gd name="connsiteY4" fmla="*/ 89752 h 89751"/>
                <a:gd name="connsiteX5" fmla="*/ 44104 w 44104"/>
                <a:gd name="connsiteY5" fmla="*/ 67833 h 89751"/>
                <a:gd name="connsiteX6" fmla="*/ 44104 w 44104"/>
                <a:gd name="connsiteY6" fmla="*/ 21921 h 89751"/>
                <a:gd name="connsiteX7" fmla="*/ 22143 w 44104"/>
                <a:gd name="connsiteY7" fmla="*/ 2 h 89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04" h="89751">
                  <a:moveTo>
                    <a:pt x="22415" y="2"/>
                  </a:moveTo>
                  <a:cubicBezTo>
                    <a:pt x="10191" y="-148"/>
                    <a:pt x="154" y="9584"/>
                    <a:pt x="0" y="21738"/>
                  </a:cubicBezTo>
                  <a:cubicBezTo>
                    <a:pt x="0" y="21799"/>
                    <a:pt x="0" y="21860"/>
                    <a:pt x="0" y="21921"/>
                  </a:cubicBezTo>
                  <a:lnTo>
                    <a:pt x="0" y="67833"/>
                  </a:lnTo>
                  <a:cubicBezTo>
                    <a:pt x="0" y="79939"/>
                    <a:pt x="9874" y="89752"/>
                    <a:pt x="22052" y="89752"/>
                  </a:cubicBezTo>
                  <a:cubicBezTo>
                    <a:pt x="34231" y="89752"/>
                    <a:pt x="44104" y="79939"/>
                    <a:pt x="44104" y="67833"/>
                  </a:cubicBezTo>
                  <a:lnTo>
                    <a:pt x="44104" y="21921"/>
                  </a:lnTo>
                  <a:cubicBezTo>
                    <a:pt x="44104" y="9850"/>
                    <a:pt x="34285" y="51"/>
                    <a:pt x="22143" y="2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4" name="Freeform 34">
              <a:extLst>
                <a:ext uri="{FF2B5EF4-FFF2-40B4-BE49-F238E27FC236}">
                  <a16:creationId xmlns:a16="http://schemas.microsoft.com/office/drawing/2014/main" id="{EB3564BA-B2F9-645B-AD4D-30EC3199A221}"/>
                </a:ext>
              </a:extLst>
            </p:cNvPr>
            <p:cNvSpPr/>
            <p:nvPr/>
          </p:nvSpPr>
          <p:spPr>
            <a:xfrm>
              <a:off x="7809447" y="3002127"/>
              <a:ext cx="44107" cy="151500"/>
            </a:xfrm>
            <a:custGeom>
              <a:avLst/>
              <a:gdLst>
                <a:gd name="connsiteX0" fmla="*/ 22009 w 44107"/>
                <a:gd name="connsiteY0" fmla="*/ 151500 h 151500"/>
                <a:gd name="connsiteX1" fmla="*/ 44061 w 44107"/>
                <a:gd name="connsiteY1" fmla="*/ 129582 h 151500"/>
                <a:gd name="connsiteX2" fmla="*/ 44061 w 44107"/>
                <a:gd name="connsiteY2" fmla="*/ 23325 h 151500"/>
                <a:gd name="connsiteX3" fmla="*/ 23470 w 44107"/>
                <a:gd name="connsiteY3" fmla="*/ 46 h 151500"/>
                <a:gd name="connsiteX4" fmla="*/ 48 w 44107"/>
                <a:gd name="connsiteY4" fmla="*/ 20514 h 151500"/>
                <a:gd name="connsiteX5" fmla="*/ 48 w 44107"/>
                <a:gd name="connsiteY5" fmla="*/ 23325 h 151500"/>
                <a:gd name="connsiteX6" fmla="*/ 48 w 44107"/>
                <a:gd name="connsiteY6" fmla="*/ 129582 h 151500"/>
                <a:gd name="connsiteX7" fmla="*/ 21918 w 44107"/>
                <a:gd name="connsiteY7" fmla="*/ 151500 h 151500"/>
                <a:gd name="connsiteX8" fmla="*/ 22009 w 44107"/>
                <a:gd name="connsiteY8" fmla="*/ 151500 h 15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151500">
                  <a:moveTo>
                    <a:pt x="22009" y="151500"/>
                  </a:moveTo>
                  <a:cubicBezTo>
                    <a:pt x="34188" y="151500"/>
                    <a:pt x="44061" y="141688"/>
                    <a:pt x="44061" y="129582"/>
                  </a:cubicBezTo>
                  <a:lnTo>
                    <a:pt x="44061" y="23325"/>
                  </a:lnTo>
                  <a:cubicBezTo>
                    <a:pt x="44841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1"/>
                    <a:pt x="-16" y="22389"/>
                    <a:pt x="48" y="23325"/>
                  </a:cubicBezTo>
                  <a:lnTo>
                    <a:pt x="48" y="129582"/>
                  </a:lnTo>
                  <a:cubicBezTo>
                    <a:pt x="-7" y="141637"/>
                    <a:pt x="9785" y="151451"/>
                    <a:pt x="21918" y="151500"/>
                  </a:cubicBezTo>
                  <a:cubicBezTo>
                    <a:pt x="21945" y="151500"/>
                    <a:pt x="21982" y="151500"/>
                    <a:pt x="22009" y="15150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5" name="Freeform 35">
              <a:extLst>
                <a:ext uri="{FF2B5EF4-FFF2-40B4-BE49-F238E27FC236}">
                  <a16:creationId xmlns:a16="http://schemas.microsoft.com/office/drawing/2014/main" id="{0B4EEF7D-1D1F-7611-2AD6-3168E2EE165C}"/>
                </a:ext>
              </a:extLst>
            </p:cNvPr>
            <p:cNvSpPr/>
            <p:nvPr/>
          </p:nvSpPr>
          <p:spPr>
            <a:xfrm>
              <a:off x="7930779" y="2919593"/>
              <a:ext cx="44108" cy="279187"/>
            </a:xfrm>
            <a:custGeom>
              <a:avLst/>
              <a:gdLst>
                <a:gd name="connsiteX0" fmla="*/ 44061 w 44108"/>
                <a:gd name="connsiteY0" fmla="*/ 255863 h 279187"/>
                <a:gd name="connsiteX1" fmla="*/ 44061 w 44108"/>
                <a:gd name="connsiteY1" fmla="*/ 23325 h 279187"/>
                <a:gd name="connsiteX2" fmla="*/ 23470 w 44108"/>
                <a:gd name="connsiteY2" fmla="*/ 46 h 279187"/>
                <a:gd name="connsiteX3" fmla="*/ 48 w 44108"/>
                <a:gd name="connsiteY3" fmla="*/ 20514 h 279187"/>
                <a:gd name="connsiteX4" fmla="*/ 48 w 44108"/>
                <a:gd name="connsiteY4" fmla="*/ 23325 h 279187"/>
                <a:gd name="connsiteX5" fmla="*/ 48 w 44108"/>
                <a:gd name="connsiteY5" fmla="*/ 255863 h 279187"/>
                <a:gd name="connsiteX6" fmla="*/ 20639 w 44108"/>
                <a:gd name="connsiteY6" fmla="*/ 279142 h 279187"/>
                <a:gd name="connsiteX7" fmla="*/ 44061 w 44108"/>
                <a:gd name="connsiteY7" fmla="*/ 258674 h 279187"/>
                <a:gd name="connsiteX8" fmla="*/ 44061 w 44108"/>
                <a:gd name="connsiteY8" fmla="*/ 255863 h 27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8" h="279187">
                  <a:moveTo>
                    <a:pt x="44061" y="255863"/>
                  </a:moveTo>
                  <a:lnTo>
                    <a:pt x="44061" y="23325"/>
                  </a:lnTo>
                  <a:cubicBezTo>
                    <a:pt x="44842" y="11244"/>
                    <a:pt x="35621" y="822"/>
                    <a:pt x="23470" y="46"/>
                  </a:cubicBezTo>
                  <a:cubicBezTo>
                    <a:pt x="11319" y="-730"/>
                    <a:pt x="828" y="8434"/>
                    <a:pt x="48" y="20514"/>
                  </a:cubicBezTo>
                  <a:cubicBezTo>
                    <a:pt x="-16" y="21450"/>
                    <a:pt x="-16" y="22389"/>
                    <a:pt x="48" y="23325"/>
                  </a:cubicBezTo>
                  <a:lnTo>
                    <a:pt x="48" y="255863"/>
                  </a:lnTo>
                  <a:cubicBezTo>
                    <a:pt x="-733" y="267944"/>
                    <a:pt x="8487" y="278366"/>
                    <a:pt x="20639" y="279142"/>
                  </a:cubicBezTo>
                  <a:cubicBezTo>
                    <a:pt x="32790" y="279919"/>
                    <a:pt x="43281" y="270754"/>
                    <a:pt x="44061" y="258674"/>
                  </a:cubicBezTo>
                  <a:cubicBezTo>
                    <a:pt x="44125" y="257737"/>
                    <a:pt x="44125" y="256799"/>
                    <a:pt x="44061" y="255863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6" name="Freeform 36">
              <a:extLst>
                <a:ext uri="{FF2B5EF4-FFF2-40B4-BE49-F238E27FC236}">
                  <a16:creationId xmlns:a16="http://schemas.microsoft.com/office/drawing/2014/main" id="{9A55B643-50C9-ECA1-F047-7AF4A01DADB7}"/>
                </a:ext>
              </a:extLst>
            </p:cNvPr>
            <p:cNvSpPr/>
            <p:nvPr/>
          </p:nvSpPr>
          <p:spPr>
            <a:xfrm>
              <a:off x="8051886" y="3003443"/>
              <a:ext cx="44285" cy="150187"/>
            </a:xfrm>
            <a:custGeom>
              <a:avLst/>
              <a:gdLst>
                <a:gd name="connsiteX0" fmla="*/ 21961 w 44285"/>
                <a:gd name="connsiteY0" fmla="*/ 150185 h 150187"/>
                <a:gd name="connsiteX1" fmla="*/ 44286 w 44285"/>
                <a:gd name="connsiteY1" fmla="*/ 128720 h 150187"/>
                <a:gd name="connsiteX2" fmla="*/ 44286 w 44285"/>
                <a:gd name="connsiteY2" fmla="*/ 128266 h 150187"/>
                <a:gd name="connsiteX3" fmla="*/ 44286 w 44285"/>
                <a:gd name="connsiteY3" fmla="*/ 22009 h 150187"/>
                <a:gd name="connsiteX4" fmla="*/ 22143 w 44285"/>
                <a:gd name="connsiteY4" fmla="*/ 0 h 150187"/>
                <a:gd name="connsiteX5" fmla="*/ 0 w 44285"/>
                <a:gd name="connsiteY5" fmla="*/ 22009 h 150187"/>
                <a:gd name="connsiteX6" fmla="*/ 0 w 44285"/>
                <a:gd name="connsiteY6" fmla="*/ 128266 h 150187"/>
                <a:gd name="connsiteX7" fmla="*/ 22052 w 44285"/>
                <a:gd name="connsiteY7" fmla="*/ 150185 h 15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285" h="150187">
                  <a:moveTo>
                    <a:pt x="21961" y="150185"/>
                  </a:moveTo>
                  <a:cubicBezTo>
                    <a:pt x="34086" y="150384"/>
                    <a:pt x="44086" y="140774"/>
                    <a:pt x="44286" y="128720"/>
                  </a:cubicBezTo>
                  <a:cubicBezTo>
                    <a:pt x="44286" y="128569"/>
                    <a:pt x="44286" y="128417"/>
                    <a:pt x="44286" y="128266"/>
                  </a:cubicBezTo>
                  <a:lnTo>
                    <a:pt x="44286" y="22009"/>
                  </a:lnTo>
                  <a:cubicBezTo>
                    <a:pt x="44286" y="9854"/>
                    <a:pt x="34376" y="0"/>
                    <a:pt x="22143" y="0"/>
                  </a:cubicBezTo>
                  <a:cubicBezTo>
                    <a:pt x="9910" y="0"/>
                    <a:pt x="0" y="9854"/>
                    <a:pt x="0" y="22009"/>
                  </a:cubicBezTo>
                  <a:lnTo>
                    <a:pt x="0" y="128266"/>
                  </a:lnTo>
                  <a:cubicBezTo>
                    <a:pt x="0" y="140372"/>
                    <a:pt x="9874" y="150185"/>
                    <a:pt x="22052" y="150185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  <p:sp>
          <p:nvSpPr>
            <p:cNvPr id="17" name="Freeform 37">
              <a:extLst>
                <a:ext uri="{FF2B5EF4-FFF2-40B4-BE49-F238E27FC236}">
                  <a16:creationId xmlns:a16="http://schemas.microsoft.com/office/drawing/2014/main" id="{46A6ACD1-E596-9055-243C-B9CF5CFB813D}"/>
                </a:ext>
              </a:extLst>
            </p:cNvPr>
            <p:cNvSpPr/>
            <p:nvPr/>
          </p:nvSpPr>
          <p:spPr>
            <a:xfrm>
              <a:off x="8173172" y="3063878"/>
              <a:ext cx="44107" cy="91156"/>
            </a:xfrm>
            <a:custGeom>
              <a:avLst/>
              <a:gdLst>
                <a:gd name="connsiteX0" fmla="*/ 22007 w 44107"/>
                <a:gd name="connsiteY0" fmla="*/ 0 h 91156"/>
                <a:gd name="connsiteX1" fmla="*/ 46 w 44107"/>
                <a:gd name="connsiteY1" fmla="*/ 21829 h 91156"/>
                <a:gd name="connsiteX2" fmla="*/ 46 w 44107"/>
                <a:gd name="connsiteY2" fmla="*/ 21919 h 91156"/>
                <a:gd name="connsiteX3" fmla="*/ 46 w 44107"/>
                <a:gd name="connsiteY3" fmla="*/ 67831 h 91156"/>
                <a:gd name="connsiteX4" fmla="*/ 20637 w 44107"/>
                <a:gd name="connsiteY4" fmla="*/ 91110 h 91156"/>
                <a:gd name="connsiteX5" fmla="*/ 44059 w 44107"/>
                <a:gd name="connsiteY5" fmla="*/ 70642 h 91156"/>
                <a:gd name="connsiteX6" fmla="*/ 44059 w 44107"/>
                <a:gd name="connsiteY6" fmla="*/ 67831 h 91156"/>
                <a:gd name="connsiteX7" fmla="*/ 44059 w 44107"/>
                <a:gd name="connsiteY7" fmla="*/ 21919 h 91156"/>
                <a:gd name="connsiteX8" fmla="*/ 22007 w 44107"/>
                <a:gd name="connsiteY8" fmla="*/ 0 h 9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107" h="91156">
                  <a:moveTo>
                    <a:pt x="22007" y="0"/>
                  </a:moveTo>
                  <a:cubicBezTo>
                    <a:pt x="9874" y="0"/>
                    <a:pt x="46" y="9773"/>
                    <a:pt x="46" y="21829"/>
                  </a:cubicBezTo>
                  <a:cubicBezTo>
                    <a:pt x="46" y="21858"/>
                    <a:pt x="46" y="21889"/>
                    <a:pt x="46" y="21919"/>
                  </a:cubicBezTo>
                  <a:lnTo>
                    <a:pt x="46" y="67831"/>
                  </a:lnTo>
                  <a:cubicBezTo>
                    <a:pt x="-734" y="79912"/>
                    <a:pt x="8486" y="90334"/>
                    <a:pt x="20637" y="91110"/>
                  </a:cubicBezTo>
                  <a:cubicBezTo>
                    <a:pt x="32789" y="91887"/>
                    <a:pt x="43279" y="82722"/>
                    <a:pt x="44059" y="70642"/>
                  </a:cubicBezTo>
                  <a:cubicBezTo>
                    <a:pt x="44123" y="69705"/>
                    <a:pt x="44123" y="68767"/>
                    <a:pt x="44059" y="67831"/>
                  </a:cubicBezTo>
                  <a:lnTo>
                    <a:pt x="44059" y="21919"/>
                  </a:lnTo>
                  <a:cubicBezTo>
                    <a:pt x="44059" y="9813"/>
                    <a:pt x="34186" y="0"/>
                    <a:pt x="22007" y="0"/>
                  </a:cubicBezTo>
                </a:path>
              </a:pathLst>
            </a:custGeom>
            <a:grpFill/>
            <a:ln w="903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609559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182D"/>
                </a:solidFill>
                <a:effectLst/>
                <a:uLnTx/>
                <a:uFillTx/>
                <a:latin typeface="CiscoSansTT" panose="020B0503020201020303"/>
                <a:ea typeface="ＭＳ Ｐゴシック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2079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16401" y="1602317"/>
            <a:ext cx="11036459" cy="4519083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304792" indent="-228594">
              <a:lnSpc>
                <a:spcPct val="95000"/>
              </a:lnSpc>
              <a:spcBef>
                <a:spcPts val="1480"/>
              </a:spcBef>
              <a:buClr>
                <a:schemeClr val="tx1"/>
              </a:buClr>
              <a:buSzPct val="80000"/>
              <a:buFont typeface="Arial"/>
              <a:buChar char="•"/>
              <a:defRPr sz="2667" b="0" i="0">
                <a:solidFill>
                  <a:schemeClr val="tx1"/>
                </a:solidFill>
                <a:latin typeface="+mn-lt"/>
                <a:ea typeface="CiscoSansTT Thin" charset="0"/>
                <a:cs typeface="CiscoSansTT Thin" charset="0"/>
              </a:defRPr>
            </a:lvl1pPr>
            <a:lvl2pPr marL="609585" indent="-220128">
              <a:lnSpc>
                <a:spcPct val="95000"/>
              </a:lnSpc>
              <a:spcBef>
                <a:spcPts val="600"/>
              </a:spcBef>
              <a:buClr>
                <a:schemeClr val="tx1"/>
              </a:buClr>
              <a:buSzPct val="80000"/>
              <a:buFont typeface="Arial"/>
              <a:buChar char="•"/>
              <a:defRPr sz="2400" b="0" i="0">
                <a:solidFill>
                  <a:schemeClr val="tx1"/>
                </a:solidFill>
                <a:latin typeface="+mn-lt"/>
                <a:ea typeface="CiscoSansTT Thin" charset="0"/>
                <a:cs typeface="CiscoSansTT Thin" charset="0"/>
              </a:defRPr>
            </a:lvl2pPr>
            <a:lvl3pPr marL="914377" indent="-146047">
              <a:buClr>
                <a:schemeClr val="tx1"/>
              </a:buClr>
              <a:buSzPct val="80000"/>
              <a:buFont typeface="Arial"/>
              <a:buChar char="•"/>
              <a:defRPr sz="2133" b="0" i="0">
                <a:solidFill>
                  <a:schemeClr val="tx1"/>
                </a:solidFill>
                <a:latin typeface="+mn-lt"/>
                <a:ea typeface="CiscoSansTT Thin" charset="0"/>
                <a:cs typeface="CiscoSansTT Thin" charset="0"/>
              </a:defRPr>
            </a:lvl3pPr>
            <a:lvl4pPr marL="1214683" indent="-228548">
              <a:buClr>
                <a:schemeClr val="tx1"/>
              </a:buClr>
              <a:buSzPct val="80000"/>
              <a:buFont typeface="Arial"/>
              <a:buChar char="•"/>
              <a:defRPr sz="1867" b="0" i="0">
                <a:solidFill>
                  <a:schemeClr val="tx1"/>
                </a:solidFill>
                <a:latin typeface="+mn-lt"/>
                <a:ea typeface="CiscoSansTT Thin" charset="0"/>
                <a:cs typeface="CiscoSansTT Thin" charset="0"/>
              </a:defRPr>
            </a:lvl4pPr>
            <a:lvl5pPr marL="1443231" indent="-224314">
              <a:buClr>
                <a:schemeClr val="tx1"/>
              </a:buClr>
              <a:buSzPct val="80000"/>
              <a:buFont typeface="Arial"/>
              <a:buChar char="•"/>
              <a:defRPr sz="1600" b="0" i="0">
                <a:solidFill>
                  <a:schemeClr val="tx1"/>
                </a:solidFill>
                <a:latin typeface="+mn-lt"/>
                <a:ea typeface="CiscoSansTT Thin" charset="0"/>
                <a:cs typeface="CiscoSansTT Thin" charset="0"/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>
            <a:lvl1pPr>
              <a:defRPr sz="3733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93325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9.xml"/><Relationship Id="rId18" Type="http://schemas.openxmlformats.org/officeDocument/2006/relationships/slideLayout" Target="../slideLayouts/slideLayout54.xml"/><Relationship Id="rId26" Type="http://schemas.openxmlformats.org/officeDocument/2006/relationships/slideLayout" Target="../slideLayouts/slideLayout62.xml"/><Relationship Id="rId39" Type="http://schemas.openxmlformats.org/officeDocument/2006/relationships/slideLayout" Target="../slideLayouts/slideLayout75.xml"/><Relationship Id="rId21" Type="http://schemas.openxmlformats.org/officeDocument/2006/relationships/slideLayout" Target="../slideLayouts/slideLayout57.xml"/><Relationship Id="rId34" Type="http://schemas.openxmlformats.org/officeDocument/2006/relationships/slideLayout" Target="../slideLayouts/slideLayout70.xml"/><Relationship Id="rId42" Type="http://schemas.openxmlformats.org/officeDocument/2006/relationships/slideLayout" Target="../slideLayouts/slideLayout78.xml"/><Relationship Id="rId47" Type="http://schemas.openxmlformats.org/officeDocument/2006/relationships/slideLayout" Target="../slideLayouts/slideLayout83.xml"/><Relationship Id="rId50" Type="http://schemas.openxmlformats.org/officeDocument/2006/relationships/slideLayout" Target="../slideLayouts/slideLayout86.xml"/><Relationship Id="rId55" Type="http://schemas.openxmlformats.org/officeDocument/2006/relationships/slideLayout" Target="../slideLayouts/slideLayout91.xml"/><Relationship Id="rId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65.xml"/><Relationship Id="rId11" Type="http://schemas.openxmlformats.org/officeDocument/2006/relationships/slideLayout" Target="../slideLayouts/slideLayout47.xml"/><Relationship Id="rId24" Type="http://schemas.openxmlformats.org/officeDocument/2006/relationships/slideLayout" Target="../slideLayouts/slideLayout60.xml"/><Relationship Id="rId32" Type="http://schemas.openxmlformats.org/officeDocument/2006/relationships/slideLayout" Target="../slideLayouts/slideLayout68.xml"/><Relationship Id="rId37" Type="http://schemas.openxmlformats.org/officeDocument/2006/relationships/slideLayout" Target="../slideLayouts/slideLayout73.xml"/><Relationship Id="rId40" Type="http://schemas.openxmlformats.org/officeDocument/2006/relationships/slideLayout" Target="../slideLayouts/slideLayout76.xml"/><Relationship Id="rId45" Type="http://schemas.openxmlformats.org/officeDocument/2006/relationships/slideLayout" Target="../slideLayouts/slideLayout81.xml"/><Relationship Id="rId53" Type="http://schemas.openxmlformats.org/officeDocument/2006/relationships/slideLayout" Target="../slideLayouts/slideLayout89.xml"/><Relationship Id="rId5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Relationship Id="rId22" Type="http://schemas.openxmlformats.org/officeDocument/2006/relationships/slideLayout" Target="../slideLayouts/slideLayout58.xml"/><Relationship Id="rId27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6.xml"/><Relationship Id="rId35" Type="http://schemas.openxmlformats.org/officeDocument/2006/relationships/slideLayout" Target="../slideLayouts/slideLayout71.xml"/><Relationship Id="rId43" Type="http://schemas.openxmlformats.org/officeDocument/2006/relationships/slideLayout" Target="../slideLayouts/slideLayout79.xml"/><Relationship Id="rId48" Type="http://schemas.openxmlformats.org/officeDocument/2006/relationships/slideLayout" Target="../slideLayouts/slideLayout84.xml"/><Relationship Id="rId56" Type="http://schemas.openxmlformats.org/officeDocument/2006/relationships/theme" Target="../theme/theme2.xml"/><Relationship Id="rId8" Type="http://schemas.openxmlformats.org/officeDocument/2006/relationships/slideLayout" Target="../slideLayouts/slideLayout44.xml"/><Relationship Id="rId51" Type="http://schemas.openxmlformats.org/officeDocument/2006/relationships/slideLayout" Target="../slideLayouts/slideLayout87.xml"/><Relationship Id="rId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8.xml"/><Relationship Id="rId17" Type="http://schemas.openxmlformats.org/officeDocument/2006/relationships/slideLayout" Target="../slideLayouts/slideLayout53.xml"/><Relationship Id="rId25" Type="http://schemas.openxmlformats.org/officeDocument/2006/relationships/slideLayout" Target="../slideLayouts/slideLayout61.xml"/><Relationship Id="rId33" Type="http://schemas.openxmlformats.org/officeDocument/2006/relationships/slideLayout" Target="../slideLayouts/slideLayout69.xml"/><Relationship Id="rId38" Type="http://schemas.openxmlformats.org/officeDocument/2006/relationships/slideLayout" Target="../slideLayouts/slideLayout74.xml"/><Relationship Id="rId46" Type="http://schemas.openxmlformats.org/officeDocument/2006/relationships/slideLayout" Target="../slideLayouts/slideLayout82.xml"/><Relationship Id="rId20" Type="http://schemas.openxmlformats.org/officeDocument/2006/relationships/slideLayout" Target="../slideLayouts/slideLayout56.xml"/><Relationship Id="rId41" Type="http://schemas.openxmlformats.org/officeDocument/2006/relationships/slideLayout" Target="../slideLayouts/slideLayout77.xml"/><Relationship Id="rId54" Type="http://schemas.openxmlformats.org/officeDocument/2006/relationships/slideLayout" Target="../slideLayouts/slideLayout90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51.xml"/><Relationship Id="rId23" Type="http://schemas.openxmlformats.org/officeDocument/2006/relationships/slideLayout" Target="../slideLayouts/slideLayout59.xml"/><Relationship Id="rId28" Type="http://schemas.openxmlformats.org/officeDocument/2006/relationships/slideLayout" Target="../slideLayouts/slideLayout64.xml"/><Relationship Id="rId36" Type="http://schemas.openxmlformats.org/officeDocument/2006/relationships/slideLayout" Target="../slideLayouts/slideLayout72.xml"/><Relationship Id="rId49" Type="http://schemas.openxmlformats.org/officeDocument/2006/relationships/slideLayout" Target="../slideLayouts/slideLayout85.xml"/><Relationship Id="rId57" Type="http://schemas.openxmlformats.org/officeDocument/2006/relationships/image" Target="../media/image1.svg"/><Relationship Id="rId10" Type="http://schemas.openxmlformats.org/officeDocument/2006/relationships/slideLayout" Target="../slideLayouts/slideLayout46.xml"/><Relationship Id="rId31" Type="http://schemas.openxmlformats.org/officeDocument/2006/relationships/slideLayout" Target="../slideLayouts/slideLayout67.xml"/><Relationship Id="rId44" Type="http://schemas.openxmlformats.org/officeDocument/2006/relationships/slideLayout" Target="../slideLayouts/slideLayout80.xml"/><Relationship Id="rId52" Type="http://schemas.openxmlformats.org/officeDocument/2006/relationships/slideLayout" Target="../slideLayouts/slideLayout8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583688" y="455085"/>
            <a:ext cx="11127317" cy="9757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24" tIns="45712" rIns="91424" bIns="45712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Title Goes Here</a:t>
            </a: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636906" y="6322204"/>
            <a:ext cx="4534733" cy="206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82115" tIns="41056" rIns="82115" bIns="41056" anchor="b">
            <a:spAutoFit/>
          </a:bodyPr>
          <a:lstStyle/>
          <a:p>
            <a:pPr defTabSz="814305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spc="27" baseline="0">
                <a:solidFill>
                  <a:schemeClr val="bg2">
                    <a:lumMod val="65000"/>
                  </a:schemeClr>
                </a:solidFill>
                <a:latin typeface="+mn-lt"/>
                <a:ea typeface="+mn-ea"/>
                <a:cs typeface="CiscoSans Thin"/>
              </a:rPr>
              <a:t>© 2017  Cisco and/or its affiliates. All rights reserved.   Cisco Confidential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E405DF-87C4-B218-9F6B-F6FABB6A8C0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85550" y="6672580"/>
            <a:ext cx="76517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16929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4" r:id="rId21"/>
    <p:sldLayoutId id="2147483685" r:id="rId22"/>
    <p:sldLayoutId id="2147483686" r:id="rId23"/>
    <p:sldLayoutId id="2147483687" r:id="rId24"/>
    <p:sldLayoutId id="2147483688" r:id="rId25"/>
    <p:sldLayoutId id="2147483689" r:id="rId26"/>
    <p:sldLayoutId id="2147483690" r:id="rId27"/>
    <p:sldLayoutId id="2147483692" r:id="rId28"/>
    <p:sldLayoutId id="2147483694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2" r:id="rId36"/>
  </p:sldLayoutIdLst>
  <p:txStyles>
    <p:titleStyle>
      <a:lvl1pPr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lang="en-US" sz="3733" b="0" i="0" u="none" kern="1200" dirty="0">
          <a:solidFill>
            <a:schemeClr val="tx2"/>
          </a:solidFill>
          <a:latin typeface="+mj-ea"/>
          <a:ea typeface="+mj-ea"/>
          <a:cs typeface="CiscoSansTT Thin" charset="0"/>
        </a:defRPr>
      </a:lvl1pPr>
      <a:lvl2pPr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2pPr>
      <a:lvl3pPr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3pPr>
      <a:lvl4pPr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4pPr>
      <a:lvl5pPr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5pPr>
      <a:lvl6pPr marL="609585"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6pPr>
      <a:lvl7pPr marL="1219170"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7pPr>
      <a:lvl8pPr marL="1828754"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8pPr>
      <a:lvl9pPr marL="2438339" algn="l" defTabSz="912261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9pPr>
    </p:titleStyle>
    <p:bodyStyle>
      <a:lvl1pPr marL="226478" indent="-226478" algn="l" defTabSz="912261" rtl="0" eaLnBrk="1" fontAlgn="base" hangingPunct="1">
        <a:lnSpc>
          <a:spcPct val="95000"/>
        </a:lnSpc>
        <a:spcBef>
          <a:spcPts val="1433"/>
        </a:spcBef>
        <a:spcAft>
          <a:spcPct val="0"/>
        </a:spcAft>
        <a:buClr>
          <a:schemeClr val="tx2"/>
        </a:buClr>
        <a:buSzPct val="90000"/>
        <a:buFont typeface="Arial" charset="0"/>
        <a:buChar char="•"/>
        <a:defRPr kumimoji="1" lang="en-US" sz="2000" kern="1200" dirty="0">
          <a:solidFill>
            <a:schemeClr val="tx1"/>
          </a:solidFill>
          <a:latin typeface="+mn-lt"/>
          <a:ea typeface="ＭＳ Ｐゴシック" charset="0"/>
          <a:cs typeface="CiscoSans"/>
        </a:defRPr>
      </a:lvl1pPr>
      <a:lvl2pPr marL="478355" indent="-287859" algn="l" defTabSz="912261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tx2"/>
        </a:buClr>
        <a:buFont typeface="Arial" charset="0"/>
        <a:buChar char="•"/>
        <a:defRPr kumimoji="1" lang="en-US" sz="1867" kern="1200" dirty="0">
          <a:solidFill>
            <a:schemeClr val="tx1"/>
          </a:solidFill>
          <a:latin typeface="+mn-lt"/>
          <a:ea typeface="ＭＳ Ｐゴシック" charset="0"/>
          <a:cs typeface="CiscoSans"/>
        </a:defRPr>
      </a:lvl2pPr>
      <a:lvl3pPr marL="575719" indent="-226478" algn="l" defTabSz="912261" rtl="0" eaLnBrk="1" fontAlgn="base" hangingPunct="1">
        <a:lnSpc>
          <a:spcPct val="95000"/>
        </a:lnSpc>
        <a:spcBef>
          <a:spcPts val="833"/>
        </a:spcBef>
        <a:spcAft>
          <a:spcPct val="0"/>
        </a:spcAft>
        <a:buFont typeface="Arial" charset="0"/>
        <a:buChar char="•"/>
        <a:defRPr kumimoji="1" lang="en-US" sz="1600" kern="1200" dirty="0">
          <a:solidFill>
            <a:schemeClr val="tx1"/>
          </a:solidFill>
          <a:latin typeface="+mn-lt"/>
          <a:ea typeface="ＭＳ Ｐゴシック" charset="0"/>
          <a:cs typeface="CiscoSans"/>
        </a:defRPr>
      </a:lvl3pPr>
      <a:lvl4pPr marL="670967" indent="-226478" algn="l" defTabSz="912261" rtl="0" eaLnBrk="1" fontAlgn="base" hangingPunct="1">
        <a:lnSpc>
          <a:spcPct val="95000"/>
        </a:lnSpc>
        <a:spcBef>
          <a:spcPts val="833"/>
        </a:spcBef>
        <a:spcAft>
          <a:spcPct val="0"/>
        </a:spcAft>
        <a:buFont typeface="Arial" charset="0"/>
        <a:buChar char="•"/>
        <a:defRPr kumimoji="1" lang="en-US" sz="1467" kern="1200" dirty="0">
          <a:solidFill>
            <a:schemeClr val="tx1"/>
          </a:solidFill>
          <a:latin typeface="+mn-lt"/>
          <a:ea typeface="ＭＳ Ｐゴシック" charset="0"/>
          <a:cs typeface="CiscoSans"/>
        </a:defRPr>
      </a:lvl4pPr>
      <a:lvl5pPr marL="766214" indent="-226478" algn="l" defTabSz="912261" rtl="0" eaLnBrk="1" fontAlgn="base" hangingPunct="1">
        <a:lnSpc>
          <a:spcPct val="95000"/>
        </a:lnSpc>
        <a:spcBef>
          <a:spcPts val="833"/>
        </a:spcBef>
        <a:spcAft>
          <a:spcPct val="0"/>
        </a:spcAft>
        <a:buFont typeface="Arial" charset="0"/>
        <a:buChar char="•"/>
        <a:defRPr kumimoji="1" lang="en-US" sz="1467" kern="1200" dirty="0">
          <a:solidFill>
            <a:schemeClr val="tx1"/>
          </a:solidFill>
          <a:latin typeface="+mn-lt"/>
          <a:ea typeface="ＭＳ Ｐゴシック" charset="0"/>
          <a:cs typeface="CiscoSans"/>
        </a:defRPr>
      </a:lvl5pPr>
      <a:lvl6pPr marL="1151779" indent="-228588" algn="l" defTabSz="914346" rtl="0" eaLnBrk="1" latinLnBrk="0" hangingPunct="1">
        <a:spcBef>
          <a:spcPts val="800"/>
        </a:spcBef>
        <a:buFont typeface="Arial" pitchFamily="34" charset="0"/>
        <a:buChar char="•"/>
        <a:defRPr kumimoji="1"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247761" indent="-228557" algn="l" defTabSz="914346" rtl="0" eaLnBrk="1" latinLnBrk="0" hangingPunct="1">
        <a:spcBef>
          <a:spcPts val="800"/>
        </a:spcBef>
        <a:buFont typeface="Arial" pitchFamily="34" charset="0"/>
        <a:buChar char="•"/>
        <a:defRPr kumimoji="1" sz="106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213" indent="0" algn="l" defTabSz="914346" rtl="0" eaLnBrk="1" latinLnBrk="0" hangingPunct="1">
        <a:spcBef>
          <a:spcPct val="20000"/>
        </a:spcBef>
        <a:buFont typeface="Arial" pitchFamily="34" charset="0"/>
        <a:buNone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74" indent="-228588" algn="l" defTabSz="914346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70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46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9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4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864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1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213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389" algn="l" defTabSz="914346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892">
          <p15:clr>
            <a:srgbClr val="F26B43"/>
          </p15:clr>
        </p15:guide>
        <p15:guide id="2" pos="336">
          <p15:clr>
            <a:srgbClr val="F26B43"/>
          </p15:clr>
        </p15:guide>
        <p15:guide id="3" pos="5448">
          <p15:clr>
            <a:srgbClr val="F26B43"/>
          </p15:clr>
        </p15:guide>
        <p15:guide id="4" orient="horz" pos="757">
          <p15:clr>
            <a:srgbClr val="F26B43"/>
          </p15:clr>
        </p15:guide>
        <p15:guide id="5" orient="horz" pos="335">
          <p15:clr>
            <a:srgbClr val="F26B43"/>
          </p15:clr>
        </p15:guide>
        <p15:guide id="6" pos="2876">
          <p15:clr>
            <a:srgbClr val="F26B43"/>
          </p15:clr>
        </p15:guide>
        <p15:guide id="7" orient="horz" pos="104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F21F2830-F0A3-2EAC-C709-5C928A8C4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298146"/>
            <a:ext cx="115443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55BE63C-8C0C-FC75-3DF2-F8F96A3C87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754" y="1244599"/>
            <a:ext cx="11544396" cy="4835321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9B4362-70A2-3ADC-C4AA-ADA6E4E09C94}"/>
              </a:ext>
            </a:extLst>
          </p:cNvPr>
          <p:cNvSpPr>
            <a:spLocks/>
          </p:cNvSpPr>
          <p:nvPr userDrawn="1"/>
        </p:nvSpPr>
        <p:spPr bwMode="ltGray">
          <a:xfrm>
            <a:off x="323850" y="6448930"/>
            <a:ext cx="3285935" cy="4090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defTabSz="81431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rPr>
              <a:t>© 2025 Cisco and/or its affiliates. All rights reserved.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2B348-7CFA-9BD7-7FBA-A3E160A677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30688" y="6445885"/>
            <a:ext cx="3727450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pPr defTabSz="814318">
              <a:defRPr/>
            </a:pPr>
            <a:r>
              <a:rPr lang="en-US" dirty="0"/>
              <a:t>Session ID: BRKSEC-XXXX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ECAE8E-F596-3416-3914-B7C065191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15425" y="6448929"/>
            <a:ext cx="1773238" cy="41148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kumimoji="0" lang="en-US" sz="700" b="0" i="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lt"/>
                <a:ea typeface="ＭＳ Ｐゴシック" charset="0"/>
                <a:cs typeface="CiscoSansTT" panose="020B0503020201020303"/>
              </a:defRPr>
            </a:lvl1pPr>
          </a:lstStyle>
          <a:p>
            <a:fld id="{C3C42FAE-7A31-41D3-A712-51D9B15D0B1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7" descr="Cisco Logo">
            <a:extLst>
              <a:ext uri="{FF2B5EF4-FFF2-40B4-BE49-F238E27FC236}">
                <a16:creationId xmlns:a16="http://schemas.microsoft.com/office/drawing/2014/main" id="{E912C7E4-465D-A60D-49E8-6866FAAE6559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7"/>
              </a:ext>
            </a:extLst>
          </a:blip>
          <a:srcRect/>
          <a:stretch/>
        </p:blipFill>
        <p:spPr>
          <a:xfrm>
            <a:off x="11520088" y="6354445"/>
            <a:ext cx="348061" cy="1828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AE3397-B7E0-F9B7-D1AC-C859F3CFC5A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85550" y="6672580"/>
            <a:ext cx="765175" cy="10772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700" dirty="0">
                <a:solidFill>
                  <a:schemeClr val="bg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Cisco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346588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  <p:sldLayoutId id="2147483757" r:id="rId53"/>
    <p:sldLayoutId id="2147483758" r:id="rId54"/>
    <p:sldLayoutId id="2147483760" r:id="rId5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marL="0" indent="0" algn="l" defTabSz="912276" rtl="0" eaLnBrk="1" fontAlgn="base" hangingPunct="1">
        <a:lnSpc>
          <a:spcPct val="90000"/>
        </a:lnSpc>
        <a:spcBef>
          <a:spcPct val="0"/>
        </a:spcBef>
        <a:spcAft>
          <a:spcPct val="0"/>
        </a:spcAft>
        <a:buClrTx/>
        <a:buSzPct val="70000"/>
        <a:buFont typeface="Arial" panose="020B0604020202020204" pitchFamily="34" charset="0"/>
        <a:buNone/>
        <a:defRPr kumimoji="1" lang="en-US" sz="3200" b="0" i="0" u="none" kern="1200" dirty="0">
          <a:solidFill>
            <a:schemeClr val="bg1"/>
          </a:solidFill>
          <a:latin typeface="+mj-lt"/>
          <a:ea typeface="CiscoSansTT Thin" charset="0"/>
          <a:cs typeface="CiscoSansTT Thin" charset="0"/>
        </a:defRPr>
      </a:lvl1pPr>
      <a:lvl2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2pPr>
      <a:lvl3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3pPr>
      <a:lvl4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4pPr>
      <a:lvl5pPr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5pPr>
      <a:lvl6pPr marL="60959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6pPr>
      <a:lvl7pPr marL="1219190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7pPr>
      <a:lvl8pPr marL="1828785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8pPr>
      <a:lvl9pPr marL="2438379" algn="l" defTabSz="912276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kumimoji="1" sz="4267">
          <a:solidFill>
            <a:srgbClr val="676767"/>
          </a:solidFill>
          <a:latin typeface="Arial" charset="0"/>
          <a:ea typeface="ＭＳ Ｐゴシック" charset="0"/>
        </a:defRPr>
      </a:lvl9pPr>
    </p:titleStyle>
    <p:bodyStyle>
      <a:lvl1pPr marL="18288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kumimoji="1" lang="en-US" sz="20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1pPr>
      <a:lvl2pPr marL="36576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kumimoji="1" lang="en-US" sz="18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2pPr>
      <a:lvl3pPr marL="54864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kumimoji="1" lang="en-US" sz="16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3pPr>
      <a:lvl4pPr marL="73152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kumimoji="1" lang="en-US" sz="14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4pPr>
      <a:lvl5pPr marL="914400" indent="-182880" algn="l" defTabSz="912276" rtl="0" eaLnBrk="1" fontAlgn="base" hangingPunct="1">
        <a:lnSpc>
          <a:spcPct val="100000"/>
        </a:lnSpc>
        <a:spcBef>
          <a:spcPts val="0"/>
        </a:spcBef>
        <a:spcAft>
          <a:spcPts val="1000"/>
        </a:spcAft>
        <a:buClr>
          <a:schemeClr val="bg1"/>
        </a:buClr>
        <a:buSzPct val="100000"/>
        <a:buFont typeface="Arial" panose="020B0604020202020204" pitchFamily="34" charset="0"/>
        <a:buChar char="•"/>
        <a:defRPr kumimoji="1" lang="en-US" sz="1200" kern="1200" dirty="0">
          <a:solidFill>
            <a:schemeClr val="bg1"/>
          </a:solidFill>
          <a:latin typeface="+mn-lt"/>
          <a:ea typeface="ＭＳ Ｐゴシック" charset="0"/>
          <a:cs typeface="CiscoSans"/>
        </a:defRPr>
      </a:lvl5pPr>
      <a:lvl6pPr marL="1151798" indent="-228592" algn="l" defTabSz="914362" rtl="0" eaLnBrk="1" latinLnBrk="0" hangingPunct="1">
        <a:spcBef>
          <a:spcPts val="800"/>
        </a:spcBef>
        <a:buFont typeface="Arial" pitchFamily="34" charset="0"/>
        <a:buChar char="•"/>
        <a:defRPr kumimoji="1"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247781" indent="-228561" algn="l" defTabSz="914362" rtl="0" eaLnBrk="1" latinLnBrk="0" hangingPunct="1">
        <a:spcBef>
          <a:spcPts val="800"/>
        </a:spcBef>
        <a:buFont typeface="Arial" pitchFamily="34" charset="0"/>
        <a:buChar char="•"/>
        <a:defRPr kumimoji="1" sz="106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200267" indent="0" algn="l" defTabSz="914362" rtl="0" eaLnBrk="1" latinLnBrk="0" hangingPunct="1">
        <a:spcBef>
          <a:spcPct val="20000"/>
        </a:spcBef>
        <a:buFont typeface="Arial" pitchFamily="34" charset="0"/>
        <a:buNone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38" indent="-228592" algn="l" defTabSz="91436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2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5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3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6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7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0" algn="l" defTabSz="914362" rtl="0" eaLnBrk="1" latinLnBrk="0" hangingPunct="1"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04">
          <p15:clr>
            <a:srgbClr val="F26B43"/>
          </p15:clr>
        </p15:guide>
        <p15:guide id="3" pos="7476">
          <p15:clr>
            <a:srgbClr val="F26B43"/>
          </p15:clr>
        </p15:guide>
        <p15:guide id="6" pos="3840">
          <p15:clr>
            <a:srgbClr val="F26B43"/>
          </p15:clr>
        </p15:guide>
        <p15:guide id="9" orient="horz" pos="3827">
          <p15:clr>
            <a:srgbClr val="9FCC3B"/>
          </p15:clr>
        </p15:guide>
        <p15:guide id="10" orient="horz" pos="202">
          <p15:clr>
            <a:srgbClr val="F26B43"/>
          </p15:clr>
        </p15:guide>
        <p15:guide id="11" orient="horz" pos="2160">
          <p15:clr>
            <a:srgbClr val="F26B43"/>
          </p15:clr>
        </p15:guide>
        <p15:guide id="12" orient="horz" pos="392">
          <p15:clr>
            <a:srgbClr val="A4A3A4"/>
          </p15:clr>
        </p15:guide>
        <p15:guide id="13" orient="horz" pos="2552">
          <p15:clr>
            <a:srgbClr val="A4A3A4"/>
          </p15:clr>
        </p15:guide>
        <p15:guide id="14" orient="horz" pos="600">
          <p15:clr>
            <a:srgbClr val="A4A3A4"/>
          </p15:clr>
        </p15:guide>
        <p15:guide id="15" orient="horz" pos="1766">
          <p15:clr>
            <a:srgbClr val="A4A3A4"/>
          </p15:clr>
        </p15:guide>
        <p15:guide id="16" orient="horz" pos="2355">
          <p15:clr>
            <a:srgbClr val="A4A3A4"/>
          </p15:clr>
        </p15:guide>
        <p15:guide id="18" orient="horz" pos="4118">
          <p15:clr>
            <a:srgbClr val="F26B43"/>
          </p15:clr>
        </p15:guide>
        <p15:guide id="19" orient="horz" pos="1178">
          <p15:clr>
            <a:srgbClr val="A4A3A4"/>
          </p15:clr>
        </p15:guide>
        <p15:guide id="20" orient="horz" pos="1374">
          <p15:clr>
            <a:srgbClr val="A4A3A4"/>
          </p15:clr>
        </p15:guide>
        <p15:guide id="21" orient="horz" pos="1570">
          <p15:clr>
            <a:srgbClr val="A4A3A4"/>
          </p15:clr>
        </p15:guide>
        <p15:guide id="22" pos="703">
          <p15:clr>
            <a:srgbClr val="A4A3A4"/>
          </p15:clr>
        </p15:guide>
        <p15:guide id="23" pos="820">
          <p15:clr>
            <a:srgbClr val="A4A3A4"/>
          </p15:clr>
        </p15:guide>
        <p15:guide id="24" pos="1321">
          <p15:clr>
            <a:srgbClr val="A4A3A4"/>
          </p15:clr>
        </p15:guide>
        <p15:guide id="25" pos="1435">
          <p15:clr>
            <a:srgbClr val="A4A3A4"/>
          </p15:clr>
        </p15:guide>
        <p15:guide id="26" pos="1936">
          <p15:clr>
            <a:srgbClr val="A4A3A4"/>
          </p15:clr>
        </p15:guide>
        <p15:guide id="27" pos="2051">
          <p15:clr>
            <a:srgbClr val="A4A3A4"/>
          </p15:clr>
        </p15:guide>
        <p15:guide id="28" pos="2551">
          <p15:clr>
            <a:srgbClr val="A4A3A4"/>
          </p15:clr>
        </p15:guide>
        <p15:guide id="29" pos="2665">
          <p15:clr>
            <a:srgbClr val="A4A3A4"/>
          </p15:clr>
        </p15:guide>
        <p15:guide id="30" pos="3167">
          <p15:clr>
            <a:srgbClr val="A4A3A4"/>
          </p15:clr>
        </p15:guide>
        <p15:guide id="31" pos="3281">
          <p15:clr>
            <a:srgbClr val="A4A3A4"/>
          </p15:clr>
        </p15:guide>
        <p15:guide id="32" pos="3783">
          <p15:clr>
            <a:srgbClr val="A4A3A4"/>
          </p15:clr>
        </p15:guide>
        <p15:guide id="33" pos="3896">
          <p15:clr>
            <a:srgbClr val="A4A3A4"/>
          </p15:clr>
        </p15:guide>
        <p15:guide id="34" pos="4397">
          <p15:clr>
            <a:srgbClr val="A4A3A4"/>
          </p15:clr>
        </p15:guide>
        <p15:guide id="35" pos="4512">
          <p15:clr>
            <a:srgbClr val="A4A3A4"/>
          </p15:clr>
        </p15:guide>
        <p15:guide id="36" pos="5013">
          <p15:clr>
            <a:srgbClr val="A4A3A4"/>
          </p15:clr>
        </p15:guide>
        <p15:guide id="37" pos="5128">
          <p15:clr>
            <a:srgbClr val="A4A3A4"/>
          </p15:clr>
        </p15:guide>
        <p15:guide id="38" pos="5629">
          <p15:clr>
            <a:srgbClr val="A4A3A4"/>
          </p15:clr>
        </p15:guide>
        <p15:guide id="39" pos="5742">
          <p15:clr>
            <a:srgbClr val="A4A3A4"/>
          </p15:clr>
        </p15:guide>
        <p15:guide id="40" pos="6244">
          <p15:clr>
            <a:srgbClr val="A4A3A4"/>
          </p15:clr>
        </p15:guide>
        <p15:guide id="41" pos="6359">
          <p15:clr>
            <a:srgbClr val="A4A3A4"/>
          </p15:clr>
        </p15:guide>
        <p15:guide id="42" pos="6859">
          <p15:clr>
            <a:srgbClr val="A4A3A4"/>
          </p15:clr>
        </p15:guide>
        <p15:guide id="43" pos="6975">
          <p15:clr>
            <a:srgbClr val="A4A3A4"/>
          </p15:clr>
        </p15:guide>
        <p15:guide id="44" orient="horz" pos="784">
          <p15:clr>
            <a:srgbClr val="A4A3A4"/>
          </p15:clr>
        </p15:guide>
        <p15:guide id="45" orient="horz" pos="980">
          <p15:clr>
            <a:srgbClr val="A4A3A4"/>
          </p15:clr>
        </p15:guide>
        <p15:guide id="46" orient="horz" pos="1962">
          <p15:clr>
            <a:srgbClr val="A4A3A4"/>
          </p15:clr>
        </p15:guide>
        <p15:guide id="47" orient="horz" pos="2747">
          <p15:clr>
            <a:srgbClr val="A4A3A4"/>
          </p15:clr>
        </p15:guide>
        <p15:guide id="48" orient="horz" pos="2945">
          <p15:clr>
            <a:srgbClr val="A4A3A4"/>
          </p15:clr>
        </p15:guide>
        <p15:guide id="49" orient="horz" pos="3141">
          <p15:clr>
            <a:srgbClr val="A4A3A4"/>
          </p15:clr>
        </p15:guide>
        <p15:guide id="50" orient="horz" pos="3337">
          <p15:clr>
            <a:srgbClr val="A4A3A4"/>
          </p15:clr>
        </p15:guide>
        <p15:guide id="51" orient="horz" pos="3535">
          <p15:clr>
            <a:srgbClr val="A4A3A4"/>
          </p15:clr>
        </p15:guide>
        <p15:guide id="52" orient="horz" pos="3730">
          <p15:clr>
            <a:srgbClr val="A4A3A4"/>
          </p15:clr>
        </p15:guide>
        <p15:guide id="53" orient="horz" pos="3936">
          <p15:clr>
            <a:srgbClr val="A4A3A4"/>
          </p15:clr>
        </p15:guide>
        <p15:guide id="54" orient="horz" pos="187">
          <p15:clr>
            <a:srgbClr val="9FCC3B"/>
          </p15:clr>
        </p15:guide>
        <p15:guide id="55" pos="455">
          <p15:clr>
            <a:srgbClr val="9FCC3B"/>
          </p15:clr>
        </p15:guide>
        <p15:guide id="56" pos="1069">
          <p15:clr>
            <a:srgbClr val="9FCC3B"/>
          </p15:clr>
        </p15:guide>
        <p15:guide id="57" pos="1685">
          <p15:clr>
            <a:srgbClr val="9FCC3B"/>
          </p15:clr>
        </p15:guide>
        <p15:guide id="58" pos="2301">
          <p15:clr>
            <a:srgbClr val="9FCC3B"/>
          </p15:clr>
        </p15:guide>
        <p15:guide id="59" pos="2915">
          <p15:clr>
            <a:srgbClr val="9FCC3B"/>
          </p15:clr>
        </p15:guide>
        <p15:guide id="60" pos="3531">
          <p15:clr>
            <a:srgbClr val="9FCC3B"/>
          </p15:clr>
        </p15:guide>
        <p15:guide id="61" pos="4146">
          <p15:clr>
            <a:srgbClr val="9FCC3B"/>
          </p15:clr>
        </p15:guide>
        <p15:guide id="62" pos="4762">
          <p15:clr>
            <a:srgbClr val="9FCC3B"/>
          </p15:clr>
        </p15:guide>
        <p15:guide id="63" pos="5378">
          <p15:clr>
            <a:srgbClr val="9FCC3B"/>
          </p15:clr>
        </p15:guide>
        <p15:guide id="64" pos="5992">
          <p15:clr>
            <a:srgbClr val="9FCC3B"/>
          </p15:clr>
        </p15:guide>
        <p15:guide id="65" pos="6609">
          <p15:clr>
            <a:srgbClr val="9FCC3B"/>
          </p15:clr>
        </p15:guide>
        <p15:guide id="66" pos="7225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microsoft.com/office/2018/10/relationships/comments" Target="../comments/modernComment_7FFFFFCB_B97EC990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microsoft.com/office/2018/10/relationships/comments" Target="../comments/modernComment_7FFFFFCC_94B45169.xml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2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6.xml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webexcc.github.io/pages/CH/#introduction-to-the-new-admin-experience" TargetMode="External"/><Relationship Id="rId3" Type="http://schemas.openxmlformats.org/officeDocument/2006/relationships/hyperlink" Target="https://help.webex.com/en-us/article/n5595zd/Webex-Contact-Center-Setup-and-Administration-Guide#topic_AE07686D17FFE29566B4B4742A199B39" TargetMode="External"/><Relationship Id="rId7" Type="http://schemas.openxmlformats.org/officeDocument/2006/relationships/hyperlink" Target="https://help.webex.com/ja-jp/article/ewuay1/%E3%83%81%E3%83%A3%E3%83%B3%E3%83%8D%E3%83%AB%E3%82%92%E8%A8%AD%E5%AE%9A%E3%81%99%E3%82%8B" TargetMode="External"/><Relationship Id="rId2" Type="http://schemas.openxmlformats.org/officeDocument/2006/relationships/hyperlink" Target="https://help.webex.com/ja-jp/article/x974bd/Unified-CM-%E3%83%87%E3%83%BC%E3%82%BF%E3%82%92-Webex-Calling-%E3%81%AB%E7%A7%BB%E8%A1%8C%E3%81%97%E3%81%BE%E3%81%99" TargetMode="External"/><Relationship Id="rId1" Type="http://schemas.openxmlformats.org/officeDocument/2006/relationships/slideLayout" Target="../slideLayouts/slideLayout46.xml"/><Relationship Id="rId6" Type="http://schemas.openxmlformats.org/officeDocument/2006/relationships/hyperlink" Target="https://help.webex.com/ja-jp/article/gsmsaeb/Webex-Contact-Center-%E3%81%AE%E9%9F%B3%E5%A3%B0%E8%A8%AD%E5%AE%9A%E3%82%92%E3%82%BB%E3%83%83%E3%83%88%E3%82%A2%E3%83%83%E3%83%97%E3%81%97%E3%81%BE%E3%81%99" TargetMode="External"/><Relationship Id="rId5" Type="http://schemas.openxmlformats.org/officeDocument/2006/relationships/hyperlink" Target="https://help.webex.com/ja-jp/article/ngc1xsy/Webex-Contact-Center-%E3%81%A7%E3%83%86%E3%83%8A%E3%83%B3%E3%83%88%E3%82%92%E3%82%BB%E3%83%83%E3%83%88%E3%82%A2%E3%83%83%E3%83%97" TargetMode="External"/><Relationship Id="rId4" Type="http://schemas.openxmlformats.org/officeDocument/2006/relationships/hyperlink" Target="https://www.cisco.com/c/ja_jp/td/docs/voice_ip_comm/cust_contact/contact_center/webexcc/SetupandAdministrationGuide_2/b_mp-release-2/wcc-flow-designer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help.webex.com/ja-jp/article/nvaf71f/%E3%83%87%E3%82%B9%E3%82%AF%E3%83%88%E3%83%83%E3%83%97-%E3%83%97%E3%83%AD%E3%83%95%E3%82%A1%E3%82%A4%E3%83%AB%E3%82%92%E7%AE%A1%E7%90%86%E3%81%99%E3%82%8B" TargetMode="External"/><Relationship Id="rId2" Type="http://schemas.openxmlformats.org/officeDocument/2006/relationships/hyperlink" Target="https://help.webex.com/en-us/article/155etl/Understand-Routing-and-Queueing-in-Webex-Contact-Center" TargetMode="External"/><Relationship Id="rId1" Type="http://schemas.openxmlformats.org/officeDocument/2006/relationships/slideLayout" Target="../slideLayouts/slideLayout46.xml"/><Relationship Id="rId4" Type="http://schemas.openxmlformats.org/officeDocument/2006/relationships/hyperlink" Target="https://community.cisco.com/t5/contact-center/enabling-outdial-pstn-from-wxcc-desktop/td-p/5146040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4212D-66B9-4769-40F0-DAC1BA7C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1871345"/>
            <a:ext cx="5253422" cy="1555148"/>
          </a:xfrm>
        </p:spPr>
        <p:txBody>
          <a:bodyPr/>
          <a:lstStyle/>
          <a:p>
            <a:r>
              <a:rPr lang="en-US" dirty="0"/>
              <a:t>MoD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65913-FAA0-6B1B-6FA0-DFDA25B7BC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2ED61-8957-A8C1-52F6-1925EBBFDF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3E1A01-AE80-CCF1-2D7D-B82C308768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9041ED-78FF-CCEA-7722-99AA49782C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37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E1E09-E974-87FA-C97D-FF51583A2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追加スライド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D89C5-519A-A528-D27C-C664BBF30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kumimoji="1" lang="ja-JP" altLang="en-US" dirty="0"/>
              <a:t>このスライドを追加</a:t>
            </a:r>
          </a:p>
        </p:txBody>
      </p:sp>
    </p:spTree>
    <p:extLst>
      <p:ext uri="{BB962C8B-B14F-4D97-AF65-F5344CB8AC3E}">
        <p14:creationId xmlns:p14="http://schemas.microsoft.com/office/powerpoint/2010/main" val="3448728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10FF419-26CE-F339-E259-318D87F06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WxC</a:t>
            </a:r>
            <a:r>
              <a:rPr lang="en-US" altLang="ja-JP" dirty="0"/>
              <a:t> / </a:t>
            </a:r>
            <a:r>
              <a:rPr lang="en-US" altLang="ja-JP" dirty="0" err="1"/>
              <a:t>WxCC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52379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82562-6538-2CEE-32CE-EDF9F1A0F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diagram</a:t>
            </a:r>
            <a:endParaRPr kumimoji="1" lang="ja-JP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07655-FD23-EC33-A8C8-408915F3453F}"/>
              </a:ext>
            </a:extLst>
          </p:cNvPr>
          <p:cNvSpPr/>
          <p:nvPr/>
        </p:nvSpPr>
        <p:spPr>
          <a:xfrm>
            <a:off x="3773714" y="1461271"/>
            <a:ext cx="1670957" cy="734786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LGW</a:t>
            </a:r>
            <a:endParaRPr kumimoji="1" lang="ja-JP" altLang="en-US" sz="1600" dirty="0" err="1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19D496-61D6-70DF-9CA8-682D35565B30}"/>
              </a:ext>
            </a:extLst>
          </p:cNvPr>
          <p:cNvSpPr/>
          <p:nvPr/>
        </p:nvSpPr>
        <p:spPr>
          <a:xfrm>
            <a:off x="800100" y="1461271"/>
            <a:ext cx="1670957" cy="734786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tx1"/>
                </a:solidFill>
              </a:rPr>
              <a:t>PSTN</a:t>
            </a:r>
            <a:endParaRPr kumimoji="1" lang="ja-JP" altLang="en-US" sz="1600" dirty="0" err="1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D147DA-53D1-E08E-F1E5-B94BDE88EC39}"/>
              </a:ext>
            </a:extLst>
          </p:cNvPr>
          <p:cNvSpPr/>
          <p:nvPr/>
        </p:nvSpPr>
        <p:spPr>
          <a:xfrm>
            <a:off x="6747328" y="1461271"/>
            <a:ext cx="1670957" cy="734786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 err="1">
                <a:solidFill>
                  <a:schemeClr val="tx1"/>
                </a:solidFill>
              </a:rPr>
              <a:t>WxC</a:t>
            </a:r>
            <a:endParaRPr kumimoji="1" lang="ja-JP" altLang="en-US" sz="1600" dirty="0" err="1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D18DEB-F9C7-73FB-8A7A-04B4D3804DD7}"/>
              </a:ext>
            </a:extLst>
          </p:cNvPr>
          <p:cNvSpPr/>
          <p:nvPr/>
        </p:nvSpPr>
        <p:spPr>
          <a:xfrm>
            <a:off x="9720943" y="1461271"/>
            <a:ext cx="1670957" cy="734786"/>
          </a:xfrm>
          <a:prstGeom prst="rect">
            <a:avLst/>
          </a:prstGeom>
          <a:solidFill>
            <a:schemeClr val="accent6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 err="1">
                <a:solidFill>
                  <a:schemeClr val="tx1"/>
                </a:solidFill>
              </a:rPr>
              <a:t>WxCC</a:t>
            </a:r>
            <a:endParaRPr kumimoji="1" lang="ja-JP" altLang="en-US" sz="160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138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AF5A5-9E0D-6623-4885-26DE6CB35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39E8-05AB-2C34-EBFE-8A339AA8B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diagram</a:t>
            </a:r>
            <a:endParaRPr kumimoji="1" lang="ja-JP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5A992B-7C0C-820A-7BCA-24C3BE969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025" y="1266825"/>
            <a:ext cx="9505950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86510982-D693-0074-9B38-35260A4DEDEA}"/>
              </a:ext>
            </a:extLst>
          </p:cNvPr>
          <p:cNvSpPr/>
          <p:nvPr/>
        </p:nvSpPr>
        <p:spPr>
          <a:xfrm>
            <a:off x="2671982" y="2315633"/>
            <a:ext cx="972918" cy="213183"/>
          </a:xfrm>
          <a:prstGeom prst="wedgeRoundRectCallout">
            <a:avLst>
              <a:gd name="adj1" fmla="val -12849"/>
              <a:gd name="adj2" fmla="val 147256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Serial0/1/0:23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E23DDE5-0BE4-F0CC-B9CD-F59D9E214037}"/>
              </a:ext>
            </a:extLst>
          </p:cNvPr>
          <p:cNvSpPr/>
          <p:nvPr/>
        </p:nvSpPr>
        <p:spPr>
          <a:xfrm>
            <a:off x="3577916" y="2070100"/>
            <a:ext cx="642718" cy="213183"/>
          </a:xfrm>
          <a:prstGeom prst="wedgeRoundRectCallout">
            <a:avLst>
              <a:gd name="adj1" fmla="val 6296"/>
              <a:gd name="adj2" fmla="val 234630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なし？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BCBFE4DE-8FD4-005B-4F91-7042EAB9D625}"/>
              </a:ext>
            </a:extLst>
          </p:cNvPr>
          <p:cNvSpPr/>
          <p:nvPr/>
        </p:nvSpPr>
        <p:spPr>
          <a:xfrm>
            <a:off x="4297583" y="4792133"/>
            <a:ext cx="854383" cy="213183"/>
          </a:xfrm>
          <a:prstGeom prst="wedgeRoundRectCallout">
            <a:avLst>
              <a:gd name="adj1" fmla="val -15089"/>
              <a:gd name="adj2" fmla="val -191966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DP211,212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0BB89B0B-7DD4-6F3D-12BE-E32D19F7A01D}"/>
              </a:ext>
            </a:extLst>
          </p:cNvPr>
          <p:cNvSpPr/>
          <p:nvPr/>
        </p:nvSpPr>
        <p:spPr>
          <a:xfrm>
            <a:off x="5017250" y="2070100"/>
            <a:ext cx="689283" cy="213183"/>
          </a:xfrm>
          <a:prstGeom prst="wedgeRoundRectCallout">
            <a:avLst>
              <a:gd name="adj1" fmla="val -13464"/>
              <a:gd name="adj2" fmla="val 224702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DPG100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4AF58D8A-154E-5214-1216-BC0650CCEF5C}"/>
              </a:ext>
            </a:extLst>
          </p:cNvPr>
          <p:cNvSpPr/>
          <p:nvPr/>
        </p:nvSpPr>
        <p:spPr>
          <a:xfrm>
            <a:off x="2726267" y="4800600"/>
            <a:ext cx="1401234" cy="342900"/>
          </a:xfrm>
          <a:prstGeom prst="wedgeRoundRectCallout">
            <a:avLst>
              <a:gd name="adj1" fmla="val 24031"/>
              <a:gd name="adj2" fmla="val -160317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DP211 : ^57712380$</a:t>
            </a:r>
          </a:p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DP212 </a:t>
            </a:r>
            <a:r>
              <a:rPr lang="en-US" altLang="ja-JP" sz="900" dirty="0">
                <a:solidFill>
                  <a:srgbClr val="FFFF00"/>
                </a:solidFill>
              </a:rPr>
              <a:t>: ^57......$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360AFD4B-BDF8-813E-8D7C-A7CC8B8CA512}"/>
              </a:ext>
            </a:extLst>
          </p:cNvPr>
          <p:cNvSpPr/>
          <p:nvPr/>
        </p:nvSpPr>
        <p:spPr>
          <a:xfrm>
            <a:off x="4297583" y="2057399"/>
            <a:ext cx="642718" cy="213183"/>
          </a:xfrm>
          <a:prstGeom prst="wedgeRoundRectCallout">
            <a:avLst>
              <a:gd name="adj1" fmla="val -4243"/>
              <a:gd name="adj2" fmla="val 214772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DP210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6DE3461-B1BC-38A1-04E7-D2AF0D74ABA6}"/>
              </a:ext>
            </a:extLst>
          </p:cNvPr>
          <p:cNvSpPr/>
          <p:nvPr/>
        </p:nvSpPr>
        <p:spPr>
          <a:xfrm>
            <a:off x="6549717" y="4773082"/>
            <a:ext cx="689283" cy="213183"/>
          </a:xfrm>
          <a:prstGeom prst="wedgeRoundRectCallout">
            <a:avLst>
              <a:gd name="adj1" fmla="val 17858"/>
              <a:gd name="adj2" fmla="val -194297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DPG200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40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1CCB6-EF2A-2527-1940-406EC38E7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D63012A-C064-D8B4-B731-DCD29882F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手順</a:t>
            </a:r>
          </a:p>
        </p:txBody>
      </p:sp>
    </p:spTree>
    <p:extLst>
      <p:ext uri="{BB962C8B-B14F-4D97-AF65-F5344CB8AC3E}">
        <p14:creationId xmlns:p14="http://schemas.microsoft.com/office/powerpoint/2010/main" val="416820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7278C-EBCE-E5DB-9161-1BF876B1B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6773A-BDD5-89AE-2FF9-ADDBE235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EFBBDD-9CFB-A799-3886-872D4756E8FF}"/>
              </a:ext>
            </a:extLst>
          </p:cNvPr>
          <p:cNvSpPr txBox="1"/>
          <p:nvPr/>
        </p:nvSpPr>
        <p:spPr>
          <a:xfrm>
            <a:off x="375385" y="996215"/>
            <a:ext cx="11816615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ロケーションの設定で、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PSTN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設定でプレミスベースの登録をして、代表番号を設定する（この時点で仮の外線番号でもよい）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⇒ここまでで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の番号が有効になり、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ユーザ間同士の通話ができる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114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B9ED3-50A0-03A8-4E7B-2748DDECC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基本設定２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D5F798-F7FC-F624-3F57-A04B3650E2D4}"/>
              </a:ext>
            </a:extLst>
          </p:cNvPr>
          <p:cNvSpPr txBox="1"/>
          <p:nvPr/>
        </p:nvSpPr>
        <p:spPr>
          <a:xfrm>
            <a:off x="375385" y="996215"/>
            <a:ext cx="11816615" cy="43345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ロケーション追加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ユーザ追加（ライセンスも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付与されるようにする）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ユーザのアクティベーション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ユーザ同期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Contact center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のトグルをオンにして、エージェント諸々の設定を入れる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⇒ここまででエージェントは 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 agent desktop 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までのログインはできるはず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Font typeface="+mj-lt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キューの作成（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Tokyo, Chiba, Osaka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Font typeface="+mj-lt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音声ファイルをアップロード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Font typeface="+mj-lt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フローの作成（音声ファイルとかキューとか指定する）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Font typeface="+mj-lt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チャネルの作成（フローとか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として受け付ける番号を指定する）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⇒ここまでで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ユーザはエージェントと通話ができるはず（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の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PSTN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が事前に設定されていないとだめ）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7808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921A-7DFC-EBB7-E125-FAFBC586E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D6F40-663A-C072-858E-59837E93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基本設定３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789E6-DE4F-DDB1-E132-76C5F1A1B811}"/>
              </a:ext>
            </a:extLst>
          </p:cNvPr>
          <p:cNvSpPr txBox="1"/>
          <p:nvPr/>
        </p:nvSpPr>
        <p:spPr>
          <a:xfrm>
            <a:off x="375385" y="996215"/>
            <a:ext cx="11816615" cy="463203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ロケーション追加（正しい番号を追加する）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トランクを追加（レジストレーションベースで登録）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Trunk group: lgw_tky2074578062_lgu</a:t>
            </a: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Outbound Proxy address: ty16.sipconnect-jp.bcld.webex.com</a:t>
            </a: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RLGW_TKY1564752829_LGU@59685258.jp10.bcld.webex.comin: 59685LGW_TKY2074578062_LGUcld.webex.com</a:t>
            </a: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Line/port: LGW_TKY1564752829_LGU@59685258.jp10.bcld.webex.com</a:t>
            </a: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Username: LGW_TKY207457/1_9$@}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Px+w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: /1_9$@}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+</a:t>
            </a: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ロケーションにトランクを紐づける（この時点では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status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は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unknown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LGW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Config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投入（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LGW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と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Webex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の登録用）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⇒ここまでで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と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LGW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間でトランクが張れて、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CH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上でステータスが 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online 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になる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LGW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Config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投入（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LGW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dial-peer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用）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⇒ここまでで外線発着信ができるようになる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8867F-77F7-9CC2-D01A-A3C369B081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" b="11637"/>
          <a:stretch>
            <a:fillRect/>
          </a:stretch>
        </p:blipFill>
        <p:spPr>
          <a:xfrm>
            <a:off x="8011281" y="2799525"/>
            <a:ext cx="3704246" cy="2460090"/>
          </a:xfrm>
          <a:prstGeom prst="rect">
            <a:avLst/>
          </a:prstGeom>
          <a:ln>
            <a:solidFill>
              <a:schemeClr val="tx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612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AFAE-0BEC-CF2B-E4E7-1F410F007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AF496-D8A6-C19B-3355-F4D3A009B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DA1B84-1CE0-BB73-1F82-71FFCBE89794}"/>
              </a:ext>
            </a:extLst>
          </p:cNvPr>
          <p:cNvSpPr txBox="1"/>
          <p:nvPr/>
        </p:nvSpPr>
        <p:spPr>
          <a:xfrm>
            <a:off x="375385" y="996215"/>
            <a:ext cx="11816615" cy="2590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の詳細設定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スキル定義で「言語」「技術」とかの設定を入れていく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定義したスキルをスキルプロファイルの設定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コンタクトセンターユーザに追加（チーム単位ではなくユーザ単位でしかできない）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アウトダイヤルの設定は、発信キュー用の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Outdial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Queue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と、チャネルで発信テレフォニー用の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Outdial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Entry Point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を作成する。発信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ANI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として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outdial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ANI Group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としてエントリリストに発信用番号を登録しておく。これらを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Agent Profile (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dektop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profile)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のダイヤルプランに紐づける。さらに「開始⇒終了」のシンプルなフロー作成とその紐づけが必要かもしれない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⇒現状この設定で、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から外線に発信すると、</a:t>
            </a:r>
            <a:br>
              <a:rPr lang="en-US" altLang="ja-JP" sz="11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自身の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WxApp</a:t>
            </a:r>
            <a:r>
              <a:rPr lang="ja-JP" altLang="en-US" sz="1100">
                <a:solidFill>
                  <a:schemeClr val="bg1"/>
                </a:solidFill>
                <a:latin typeface="+mn-ea"/>
              </a:rPr>
              <a:t>の内線番号に着信が入り、そこから外線発信される。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rgbClr val="FF0000"/>
                </a:solidFill>
                <a:latin typeface="+mn-ea"/>
              </a:rPr>
              <a:t>☆</a:t>
            </a:r>
            <a:r>
              <a:rPr lang="en-US" altLang="ja-JP" sz="1100" dirty="0" err="1">
                <a:solidFill>
                  <a:srgbClr val="FF0000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 agent desktop </a:t>
            </a:r>
            <a:r>
              <a:rPr lang="ja-JP" altLang="en-US" sz="1100" dirty="0">
                <a:solidFill>
                  <a:srgbClr val="FF0000"/>
                </a:solidFill>
                <a:latin typeface="+mn-ea"/>
              </a:rPr>
              <a:t>で着信できるような設定を入れたい</a:t>
            </a:r>
            <a:endParaRPr lang="en-US" altLang="ja-JP" sz="1100" dirty="0">
              <a:solidFill>
                <a:srgbClr val="FF0000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rgbClr val="FF0000"/>
                </a:solidFill>
                <a:latin typeface="+mn-ea"/>
              </a:rPr>
              <a:t>☆転送できるようにエントリポイントとか他エージェントの設定を入れたい</a:t>
            </a:r>
            <a:endParaRPr lang="en-US" altLang="ja-JP" sz="11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34283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B847E-3CC7-3C5F-1094-F76752EFC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39615CF-485D-F27B-B83F-92CB07AFD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Config for </a:t>
            </a:r>
            <a:r>
              <a:rPr lang="en-US" altLang="ja-JP" dirty="0" err="1"/>
              <a:t>WxC</a:t>
            </a:r>
            <a:r>
              <a:rPr lang="en-US" altLang="ja-JP" dirty="0"/>
              <a:t> registration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44139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96DD-22B9-E38D-3B68-3B5F824DF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0094A-6F29-7ED3-A1FA-1D5FF92D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EF116C-80A5-2D33-4E1B-A9E2F3648BF7}"/>
              </a:ext>
            </a:extLst>
          </p:cNvPr>
          <p:cNvSpPr txBox="1"/>
          <p:nvPr/>
        </p:nvSpPr>
        <p:spPr>
          <a:xfrm>
            <a:off x="375385" y="996215"/>
            <a:ext cx="11816615" cy="43345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key config-key password-encrypt </a:t>
            </a: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ciscouc12345</a:t>
            </a:r>
            <a:endParaRPr lang="ja-JP" altLang="en-US" sz="1100" dirty="0">
              <a:solidFill>
                <a:srgbClr val="FF0000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password encryption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aes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ip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name-server </a:t>
            </a: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8.8.8.8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crypto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pki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trustpoint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dummyTp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revocation-check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crl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sip-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ua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crypto signaling default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trustpoint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dummyTp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cn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san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-validate server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transport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tls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v1.2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-retry 1000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show crypto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pki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trustpool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|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DigiCert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show crypto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pki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trustpool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|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IdenTrust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crypto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pki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trustpool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import clean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url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http://www.cisco.com/security/pki/trs/ios_core.p7b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FC88697-0843-642E-B4BD-5E442DEACCC8}"/>
              </a:ext>
            </a:extLst>
          </p:cNvPr>
          <p:cNvSpPr/>
          <p:nvPr/>
        </p:nvSpPr>
        <p:spPr>
          <a:xfrm>
            <a:off x="3652904" y="713086"/>
            <a:ext cx="1618343" cy="472461"/>
          </a:xfrm>
          <a:prstGeom prst="wedgeRoundRectCallout">
            <a:avLst>
              <a:gd name="adj1" fmla="val -83590"/>
              <a:gd name="adj2" fmla="val 7429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Pre-shared key </a:t>
            </a:r>
            <a:r>
              <a:rPr kumimoji="1" lang="ja-JP" altLang="en-US" sz="900" dirty="0">
                <a:solidFill>
                  <a:srgbClr val="FFFF00"/>
                </a:solidFill>
              </a:rPr>
              <a:t>の暗号化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12~20</a:t>
            </a:r>
            <a:r>
              <a:rPr lang="ja-JP" altLang="en-US" sz="900" dirty="0">
                <a:solidFill>
                  <a:srgbClr val="FFFF00"/>
                </a:solidFill>
              </a:rPr>
              <a:t>桁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7534A09-626C-1F29-87BE-1BCB0A33AC13}"/>
              </a:ext>
            </a:extLst>
          </p:cNvPr>
          <p:cNvSpPr/>
          <p:nvPr/>
        </p:nvSpPr>
        <p:spPr>
          <a:xfrm>
            <a:off x="2488131" y="1626283"/>
            <a:ext cx="2236269" cy="472461"/>
          </a:xfrm>
          <a:prstGeom prst="wedgeRoundRectCallout">
            <a:avLst>
              <a:gd name="adj1" fmla="val -83590"/>
              <a:gd name="adj2" fmla="val 7429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DNS</a:t>
            </a:r>
            <a:r>
              <a:rPr kumimoji="1" lang="ja-JP" altLang="en-US" sz="900" dirty="0">
                <a:solidFill>
                  <a:srgbClr val="FFFF00"/>
                </a:solidFill>
              </a:rPr>
              <a:t>サーバ</a:t>
            </a:r>
            <a:r>
              <a:rPr lang="ja-JP" altLang="en-US" sz="900" dirty="0">
                <a:solidFill>
                  <a:srgbClr val="FFFF00"/>
                </a:solidFill>
              </a:rPr>
              <a:t>：</a:t>
            </a:r>
            <a:r>
              <a:rPr lang="en-US" altLang="ja-JP" sz="900" dirty="0" err="1">
                <a:solidFill>
                  <a:srgbClr val="FFFF00"/>
                </a:solidFill>
              </a:rPr>
              <a:t>vDMZ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の環境に合わせて </a:t>
            </a:r>
            <a:r>
              <a:rPr lang="en-US" altLang="ja-JP" sz="900" dirty="0">
                <a:solidFill>
                  <a:srgbClr val="FFFF00"/>
                </a:solidFill>
              </a:rPr>
              <a:t>192.168.120.1 </a:t>
            </a:r>
            <a:r>
              <a:rPr lang="ja-JP" altLang="en-US" sz="900" dirty="0">
                <a:solidFill>
                  <a:srgbClr val="FFFF00"/>
                </a:solidFill>
              </a:rPr>
              <a:t>で設定済み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7932F85-E60F-7DDD-AD51-344A9CD5741D}"/>
              </a:ext>
            </a:extLst>
          </p:cNvPr>
          <p:cNvSpPr/>
          <p:nvPr/>
        </p:nvSpPr>
        <p:spPr>
          <a:xfrm>
            <a:off x="2843732" y="2539480"/>
            <a:ext cx="1618343" cy="472461"/>
          </a:xfrm>
          <a:prstGeom prst="wedgeRoundRectCallout">
            <a:avLst>
              <a:gd name="adj1" fmla="val -86545"/>
              <a:gd name="adj2" fmla="val 6670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トラストポイントと</a:t>
            </a:r>
            <a:r>
              <a:rPr kumimoji="1" lang="en-US" altLang="ja-JP" sz="900" dirty="0">
                <a:solidFill>
                  <a:srgbClr val="FFFF00"/>
                </a:solidFill>
              </a:rPr>
              <a:t>SIP</a:t>
            </a:r>
            <a:r>
              <a:rPr kumimoji="1" lang="ja-JP" altLang="en-US" sz="900" dirty="0">
                <a:solidFill>
                  <a:srgbClr val="FFFF00"/>
                </a:solidFill>
              </a:rPr>
              <a:t>で</a:t>
            </a:r>
            <a:r>
              <a:rPr kumimoji="1" lang="en-US" altLang="ja-JP" sz="900" dirty="0">
                <a:solidFill>
                  <a:srgbClr val="FFFF00"/>
                </a:solidFill>
              </a:rPr>
              <a:t>TLS1.2</a:t>
            </a:r>
            <a:r>
              <a:rPr kumimoji="1" lang="ja-JP" altLang="en-US" sz="900" dirty="0">
                <a:solidFill>
                  <a:srgbClr val="FFFF00"/>
                </a:solidFill>
              </a:rPr>
              <a:t>を利用する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C4C54C3-7E11-0B39-BB43-F8BA4CEAE126}"/>
              </a:ext>
            </a:extLst>
          </p:cNvPr>
          <p:cNvSpPr/>
          <p:nvPr/>
        </p:nvSpPr>
        <p:spPr>
          <a:xfrm>
            <a:off x="3297303" y="4365874"/>
            <a:ext cx="1618343" cy="472461"/>
          </a:xfrm>
          <a:prstGeom prst="wedgeRoundRectCallout">
            <a:avLst>
              <a:gd name="adj1" fmla="val -83590"/>
              <a:gd name="adj2" fmla="val 7429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トラストプールがなければ証明書をダウンロードする</a:t>
            </a:r>
          </a:p>
        </p:txBody>
      </p:sp>
    </p:spTree>
    <p:extLst>
      <p:ext uri="{BB962C8B-B14F-4D97-AF65-F5344CB8AC3E}">
        <p14:creationId xmlns:p14="http://schemas.microsoft.com/office/powerpoint/2010/main" val="599276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0CD2-3648-7770-8E61-9E158DE93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C5475-D2BC-AC39-AFCD-1DC13E1B2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ECE47A-CCE2-F43B-6592-B3AA4AFFA773}"/>
              </a:ext>
            </a:extLst>
          </p:cNvPr>
          <p:cNvSpPr txBox="1"/>
          <p:nvPr/>
        </p:nvSpPr>
        <p:spPr>
          <a:xfrm>
            <a:off x="375385" y="996215"/>
            <a:ext cx="5511439" cy="5524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voice service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ip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address trusted list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23.89.0.0 255.255.0.0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62.109.192.0 255.255.192.0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85.119.56.0 255.255.254.0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ipv4 128.177.14.0 255.255.255.0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ipv4 128.177.36.0 255.255.255.0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ipv4 135.84.168.0 255.255.248.0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ipv4 139.177.64.0 255.255.248.0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ipv4 139.177.72.0 255.255.254.0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ipv4 144.196.0.0 255.255.0.0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ipv4 150.253.128.0 255.255.128.0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ipv4 163.129.0.0 255.255.128.0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ipv4 170.72.0.0 255.255.0.0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ipv4 170.133.128.0 255.255.192.0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ipv4 185.115.196.0 255.255.252.0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ipv4 199.19.196.0 255.255.254.0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ipv4 199.19.199.0 255.255.255.0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ipv4 199.59.64.0 255.255.248.0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8E303DF-20A4-13AB-9885-C6231F92C7C6}"/>
              </a:ext>
            </a:extLst>
          </p:cNvPr>
          <p:cNvSpPr/>
          <p:nvPr/>
        </p:nvSpPr>
        <p:spPr>
          <a:xfrm>
            <a:off x="3652904" y="713086"/>
            <a:ext cx="1618343" cy="472461"/>
          </a:xfrm>
          <a:prstGeom prst="wedgeRoundRectCallout">
            <a:avLst>
              <a:gd name="adj1" fmla="val -83590"/>
              <a:gd name="adj2" fmla="val 7429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音声サービス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9A0448-0B67-D455-20BD-35A59CFE942B}"/>
              </a:ext>
            </a:extLst>
          </p:cNvPr>
          <p:cNvSpPr txBox="1"/>
          <p:nvPr/>
        </p:nvSpPr>
        <p:spPr>
          <a:xfrm>
            <a:off x="5886824" y="996214"/>
            <a:ext cx="5511439" cy="403700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allow-connections sip to sip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media statistics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media bulk-stats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no supplementary-service sip refer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no supplementary-service sip handle-replaces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fax protocol t38 version 0 ls-redundancy 0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hs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-redundancy 0 fallback none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stun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stun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flowdata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agent-id 1 boot-count 4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stun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flowdata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shared-secret 0 </a:t>
            </a: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ciscouc12345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 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sip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g729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annexb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-all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early-offer forced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end</a:t>
            </a:r>
          </a:p>
        </p:txBody>
      </p:sp>
    </p:spTree>
    <p:extLst>
      <p:ext uri="{BB962C8B-B14F-4D97-AF65-F5344CB8AC3E}">
        <p14:creationId xmlns:p14="http://schemas.microsoft.com/office/powerpoint/2010/main" val="3039769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E7B77-DA98-04C5-657D-3053E2A72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2FC5D-6CF0-7DAF-2CD8-A25D0E99E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6A76CF-EE15-70A4-FA32-CC519EF3D9E5}"/>
              </a:ext>
            </a:extLst>
          </p:cNvPr>
          <p:cNvSpPr txBox="1"/>
          <p:nvPr/>
        </p:nvSpPr>
        <p:spPr>
          <a:xfrm>
            <a:off x="375385" y="996215"/>
            <a:ext cx="11250558" cy="31444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voice class sip-profiles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9 request ANY sip-header SIP-Req-URI modify "sips:(.*)" "sip:\1"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10 request ANY sip-header To modify "&lt;sips:(.*)" "&lt;sip:\1"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11 request ANY sip-header From modify "&lt;sips:(.*)" "&lt;sip:\1"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12 request ANY sip-header Contact modify "&lt;sips:(.*)&gt;" "&lt;sip:\1;transport=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tls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&gt;"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13 response ANY sip-header To modify "&lt;sips:(.*)" "&lt;sip:\1"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14 response ANY sip-header From modify "&lt;sips:(.*)" "&lt;sip:\1"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15 response ANY sip-header Contact modify "&lt;sips:(.*)" "&lt;sip:\1"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20 request ANY sip-header From modify "&gt;" ";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otg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=lgw_tky2074578062_lgu&gt;"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30 request ANY sip-header P-Asserted-Identity modify "sips:(.*)" "sip:\1"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rule 31 request ANY sip-header From modify "From: &lt;sip:\+81(.*)@" "From: \"0\1\" &lt;sip:+81\1@"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DB4EA4A-B4AB-3F89-78D4-5A901B550D9F}"/>
              </a:ext>
            </a:extLst>
          </p:cNvPr>
          <p:cNvSpPr/>
          <p:nvPr/>
        </p:nvSpPr>
        <p:spPr>
          <a:xfrm>
            <a:off x="3652904" y="713086"/>
            <a:ext cx="1618343" cy="472461"/>
          </a:xfrm>
          <a:prstGeom prst="wedgeRoundRectCallout">
            <a:avLst>
              <a:gd name="adj1" fmla="val -83590"/>
              <a:gd name="adj2" fmla="val 7429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SIP</a:t>
            </a:r>
            <a:r>
              <a:rPr kumimoji="1" lang="ja-JP" altLang="en-US" sz="900" dirty="0">
                <a:solidFill>
                  <a:srgbClr val="FFFF00"/>
                </a:solidFill>
              </a:rPr>
              <a:t>プロファイル</a:t>
            </a:r>
          </a:p>
        </p:txBody>
      </p:sp>
    </p:spTree>
    <p:extLst>
      <p:ext uri="{BB962C8B-B14F-4D97-AF65-F5344CB8AC3E}">
        <p14:creationId xmlns:p14="http://schemas.microsoft.com/office/powerpoint/2010/main" val="1722381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56D63-5140-3FCC-9425-30988362E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3EC2D-E8B5-3E91-6718-28CA3C5D0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FA40B4-609F-1EC3-03FF-27D87D257373}"/>
              </a:ext>
            </a:extLst>
          </p:cNvPr>
          <p:cNvSpPr txBox="1"/>
          <p:nvPr/>
        </p:nvSpPr>
        <p:spPr>
          <a:xfrm>
            <a:off x="375385" y="996215"/>
            <a:ext cx="5219872" cy="254941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voice class codec 99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codec preference 1 g711ulaw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voice class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srtp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-crypto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crypto 1 AES_CM_128_HMAC_SHA1_80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voice class stun-usage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stun usage firewall-traversal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flowdata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stun usage ice lite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0D83A02-D221-0DCE-DF1E-93D7B810BCA1}"/>
              </a:ext>
            </a:extLst>
          </p:cNvPr>
          <p:cNvSpPr/>
          <p:nvPr/>
        </p:nvSpPr>
        <p:spPr>
          <a:xfrm>
            <a:off x="2275862" y="790589"/>
            <a:ext cx="2209053" cy="472461"/>
          </a:xfrm>
          <a:prstGeom prst="wedgeRoundRectCallout">
            <a:avLst>
              <a:gd name="adj1" fmla="val -46385"/>
              <a:gd name="adj2" fmla="val 107704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コーデック、</a:t>
            </a:r>
            <a:r>
              <a:rPr kumimoji="1" lang="en-US" altLang="ja-JP" sz="900" dirty="0">
                <a:solidFill>
                  <a:srgbClr val="FFFF00"/>
                </a:solidFill>
              </a:rPr>
              <a:t>SRTP</a:t>
            </a:r>
            <a:r>
              <a:rPr kumimoji="1" lang="ja-JP" altLang="en-US" sz="900" dirty="0">
                <a:solidFill>
                  <a:srgbClr val="FFFF00"/>
                </a:solidFill>
              </a:rPr>
              <a:t>、</a:t>
            </a:r>
            <a:r>
              <a:rPr kumimoji="1" lang="en-US" altLang="ja-JP" sz="900" dirty="0">
                <a:solidFill>
                  <a:srgbClr val="FFFF00"/>
                </a:solidFill>
              </a:rPr>
              <a:t>STUN</a:t>
            </a:r>
            <a:r>
              <a:rPr kumimoji="1" lang="ja-JP" altLang="en-US" sz="900" dirty="0">
                <a:solidFill>
                  <a:srgbClr val="FFFF00"/>
                </a:solidFill>
              </a:rPr>
              <a:t>の設定</a:t>
            </a:r>
          </a:p>
        </p:txBody>
      </p:sp>
    </p:spTree>
    <p:extLst>
      <p:ext uri="{BB962C8B-B14F-4D97-AF65-F5344CB8AC3E}">
        <p14:creationId xmlns:p14="http://schemas.microsoft.com/office/powerpoint/2010/main" val="3650043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4891C-9E21-F181-2D94-D4239EA01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2D260D7-AEC6-CA25-1E2A-2C32F43D132F}"/>
              </a:ext>
            </a:extLst>
          </p:cNvPr>
          <p:cNvSpPr txBox="1"/>
          <p:nvPr/>
        </p:nvSpPr>
        <p:spPr>
          <a:xfrm>
            <a:off x="323849" y="881815"/>
            <a:ext cx="11775728" cy="5524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voice class tenant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registrar dns:59685258.jp10.bcld.webex.com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scheme sips expires 240 refresh-ratio 50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tls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credentials number LGW_TKY1564752829_LGU username LGW_TKY2074578062_LGU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password 0 /1_9$@}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+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realm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BroadWorks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authentication username LGW_TKY2074578062_LGU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password 0 /1_9$@}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+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realm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BroadWorks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authentication username LGW_TKY2074578062_LGU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password 0 /1_9$@}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+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realm 59685258.jp10.bcld.webex.com</a:t>
            </a:r>
            <a:endParaRPr lang="ja-JP" altLang="en-US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no remote-party-id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sip-server dns:59685258.jp10.bcld.webex.com</a:t>
            </a:r>
            <a:endParaRPr lang="ja-JP" altLang="en-US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connection-reuse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srtp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-crypto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session transport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tls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url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sips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error-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passthru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asserted-id pai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bind control source-interface GigabitEthernet0/0/1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bind media source-interface GigabitEthernet0/0/1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no pass-thru content custom-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sdp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sip-profiles 200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outbound-proxy dns:ty16.sipconnect-jp.bcld.webex.com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 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privacy-policy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passthru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2B587B-F4FF-5986-16A2-595B7BA1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550F6E-9CA4-DD69-F949-B3AD4EC3147D}"/>
              </a:ext>
            </a:extLst>
          </p:cNvPr>
          <p:cNvSpPr/>
          <p:nvPr/>
        </p:nvSpPr>
        <p:spPr>
          <a:xfrm>
            <a:off x="7977132" y="599972"/>
            <a:ext cx="2209053" cy="472461"/>
          </a:xfrm>
          <a:prstGeom prst="wedgeRoundRectCallout">
            <a:avLst>
              <a:gd name="adj1" fmla="val -46385"/>
              <a:gd name="adj2" fmla="val 107704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テナント設定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D2C9630-4253-1549-05E5-E0F4251FE674}"/>
              </a:ext>
            </a:extLst>
          </p:cNvPr>
          <p:cNvSpPr/>
          <p:nvPr/>
        </p:nvSpPr>
        <p:spPr>
          <a:xfrm>
            <a:off x="3536365" y="4054372"/>
            <a:ext cx="2209053" cy="472461"/>
          </a:xfrm>
          <a:prstGeom prst="wedgeRoundRectCallout">
            <a:avLst>
              <a:gd name="adj1" fmla="val -46385"/>
              <a:gd name="adj2" fmla="val 107704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LGW &lt;&gt; </a:t>
            </a:r>
            <a:r>
              <a:rPr lang="en-US" altLang="ja-JP" sz="900" dirty="0" err="1">
                <a:solidFill>
                  <a:srgbClr val="FFFF00"/>
                </a:solidFill>
              </a:rPr>
              <a:t>WxC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をつなぐ </a:t>
            </a:r>
            <a:r>
              <a:rPr lang="en-US" altLang="ja-JP" sz="900" dirty="0">
                <a:solidFill>
                  <a:srgbClr val="FFFF00"/>
                </a:solidFill>
              </a:rPr>
              <a:t>I/F </a:t>
            </a:r>
            <a:r>
              <a:rPr lang="ja-JP" altLang="en-US" sz="900" dirty="0">
                <a:solidFill>
                  <a:srgbClr val="FFFF00"/>
                </a:solidFill>
              </a:rPr>
              <a:t>を考える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788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2CEE9-DD75-6F77-7885-D0437D4E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8BF2E58-C76A-C8F3-B84F-18E728B55FCB}"/>
              </a:ext>
            </a:extLst>
          </p:cNvPr>
          <p:cNvSpPr txBox="1"/>
          <p:nvPr/>
        </p:nvSpPr>
        <p:spPr>
          <a:xfrm>
            <a:off x="323850" y="881815"/>
            <a:ext cx="7228114" cy="254941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dial-peer voice 200201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description Inbound/Outbound Webex Calling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voice-class sip tenant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show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brief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show sip-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ua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connections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tcp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tls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detail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show sip-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ua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register status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E4A3A8-3DDC-35B7-1765-02C558C12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（</a:t>
            </a:r>
            <a:r>
              <a:rPr kumimoji="1" lang="en-US" altLang="ja-JP" dirty="0"/>
              <a:t>LGW</a:t>
            </a:r>
            <a:r>
              <a:rPr kumimoji="1" lang="ja-JP" altLang="en-US" dirty="0"/>
              <a:t>と</a:t>
            </a:r>
            <a:r>
              <a:rPr kumimoji="1" lang="en-US" altLang="ja-JP" dirty="0"/>
              <a:t>Webex</a:t>
            </a:r>
            <a:r>
              <a:rPr kumimoji="1" lang="ja-JP" altLang="en-US" dirty="0"/>
              <a:t>の登録用）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017AD24-F53A-4C3C-F820-F2210C77DCA8}"/>
              </a:ext>
            </a:extLst>
          </p:cNvPr>
          <p:cNvSpPr/>
          <p:nvPr/>
        </p:nvSpPr>
        <p:spPr>
          <a:xfrm>
            <a:off x="3527719" y="936244"/>
            <a:ext cx="2209053" cy="472461"/>
          </a:xfrm>
          <a:prstGeom prst="wedgeRoundRectCallout">
            <a:avLst>
              <a:gd name="adj1" fmla="val -70531"/>
              <a:gd name="adj2" fmla="val -2477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ダイヤルピア紐づけ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6EC8AAB8-805D-D97D-2D8A-4A285429293C}"/>
              </a:ext>
            </a:extLst>
          </p:cNvPr>
          <p:cNvSpPr/>
          <p:nvPr/>
        </p:nvSpPr>
        <p:spPr>
          <a:xfrm>
            <a:off x="2423192" y="1684062"/>
            <a:ext cx="2209053" cy="472461"/>
          </a:xfrm>
          <a:prstGeom prst="wedgeRoundRectCallout">
            <a:avLst>
              <a:gd name="adj1" fmla="val -102562"/>
              <a:gd name="adj2" fmla="val 36278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8934</a:t>
            </a:r>
            <a:r>
              <a:rPr kumimoji="1" lang="ja-JP" altLang="en-US" sz="900" dirty="0">
                <a:solidFill>
                  <a:srgbClr val="FFFF00"/>
                </a:solidFill>
              </a:rPr>
              <a:t>ポートが </a:t>
            </a:r>
            <a:r>
              <a:rPr kumimoji="1" lang="en-US" altLang="ja-JP" sz="900" dirty="0">
                <a:solidFill>
                  <a:srgbClr val="FFFF00"/>
                </a:solidFill>
              </a:rPr>
              <a:t>established </a:t>
            </a:r>
            <a:r>
              <a:rPr kumimoji="1" lang="ja-JP" altLang="en-US" sz="900" dirty="0">
                <a:solidFill>
                  <a:srgbClr val="FFFF00"/>
                </a:solidFill>
              </a:rPr>
              <a:t>になっていることを確認する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2E46C36F-CB86-1C2A-7ED8-940E5298EBDB}"/>
              </a:ext>
            </a:extLst>
          </p:cNvPr>
          <p:cNvSpPr/>
          <p:nvPr/>
        </p:nvSpPr>
        <p:spPr>
          <a:xfrm>
            <a:off x="3886947" y="2321415"/>
            <a:ext cx="2209053" cy="472461"/>
          </a:xfrm>
          <a:prstGeom prst="wedgeRoundRectCallout">
            <a:avLst>
              <a:gd name="adj1" fmla="val -102562"/>
              <a:gd name="adj2" fmla="val 36278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Conn-State </a:t>
            </a:r>
            <a:r>
              <a:rPr kumimoji="1" lang="ja-JP" altLang="en-US" sz="900" dirty="0">
                <a:solidFill>
                  <a:srgbClr val="FFFF00"/>
                </a:solidFill>
              </a:rPr>
              <a:t>が </a:t>
            </a:r>
            <a:r>
              <a:rPr kumimoji="1" lang="en-US" altLang="ja-JP" sz="900" dirty="0">
                <a:solidFill>
                  <a:srgbClr val="FFFF00"/>
                </a:solidFill>
              </a:rPr>
              <a:t>established </a:t>
            </a:r>
            <a:r>
              <a:rPr kumimoji="1" lang="ja-JP" altLang="en-US" sz="900" dirty="0">
                <a:solidFill>
                  <a:srgbClr val="FFFF00"/>
                </a:solidFill>
              </a:rPr>
              <a:t>になっていることを確認する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60A3EEB8-E53F-B8D6-B8E8-E47E2F6A788F}"/>
              </a:ext>
            </a:extLst>
          </p:cNvPr>
          <p:cNvSpPr/>
          <p:nvPr/>
        </p:nvSpPr>
        <p:spPr>
          <a:xfrm>
            <a:off x="3266461" y="2983255"/>
            <a:ext cx="2209053" cy="472461"/>
          </a:xfrm>
          <a:prstGeom prst="wedgeRoundRectCallout">
            <a:avLst>
              <a:gd name="adj1" fmla="val -102562"/>
              <a:gd name="adj2" fmla="val 36278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Reg </a:t>
            </a:r>
            <a:r>
              <a:rPr kumimoji="1" lang="ja-JP" altLang="en-US" sz="900" dirty="0">
                <a:solidFill>
                  <a:srgbClr val="FFFF00"/>
                </a:solidFill>
              </a:rPr>
              <a:t>が </a:t>
            </a:r>
            <a:r>
              <a:rPr kumimoji="1" lang="en-US" altLang="ja-JP" sz="900" dirty="0">
                <a:solidFill>
                  <a:srgbClr val="FFFF00"/>
                </a:solidFill>
              </a:rPr>
              <a:t>yes </a:t>
            </a:r>
            <a:r>
              <a:rPr kumimoji="1" lang="ja-JP" altLang="en-US" sz="900" dirty="0">
                <a:solidFill>
                  <a:srgbClr val="FFFF00"/>
                </a:solidFill>
              </a:rPr>
              <a:t>になっていることを確認する</a:t>
            </a:r>
          </a:p>
        </p:txBody>
      </p:sp>
    </p:spTree>
    <p:extLst>
      <p:ext uri="{BB962C8B-B14F-4D97-AF65-F5344CB8AC3E}">
        <p14:creationId xmlns:p14="http://schemas.microsoft.com/office/powerpoint/2010/main" val="815670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21592-BB05-FF5E-B362-4E12D9B12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CAEEBF4-59AF-59DF-EE87-83615C1B4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Config for a call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274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9FB60-493B-8349-4571-0BD210A06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ED84A71-8172-B5DB-9071-D6C1CB118145}"/>
              </a:ext>
            </a:extLst>
          </p:cNvPr>
          <p:cNvSpPr txBox="1"/>
          <p:nvPr/>
        </p:nvSpPr>
        <p:spPr>
          <a:xfrm>
            <a:off x="323850" y="881815"/>
            <a:ext cx="4808764" cy="52270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 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trunk group 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interface Serial0/1/0:23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no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ip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address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encapsulation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hdlc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isdn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switch-type primary-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ntt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isdn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incoming-voice voice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trunk-group 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voice translation-rule 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rule 1 /^\+81/ /0/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rule 2 /\+\(.*\)/ /010\1/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translation-rule 3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rule 1 /^\+813/ //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exit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translation-profile Outgoing-to-ISDN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translate calling 3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translate called 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DADC82-9EF6-DD36-D0AC-7C6A37F67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基本設定８</a:t>
            </a:r>
            <a:r>
              <a:rPr lang="ja-JP" altLang="en-US" dirty="0"/>
              <a:t>（</a:t>
            </a:r>
            <a:r>
              <a:rPr lang="en-US" altLang="ja-JP" dirty="0"/>
              <a:t>LGW</a:t>
            </a:r>
            <a:r>
              <a:rPr lang="ja-JP" altLang="en-US" dirty="0"/>
              <a:t>の</a:t>
            </a:r>
            <a:r>
              <a:rPr lang="en-US" altLang="ja-JP" dirty="0"/>
              <a:t>dial-peer</a:t>
            </a:r>
            <a:r>
              <a:rPr lang="ja-JP" altLang="en-US" dirty="0"/>
              <a:t>用）</a:t>
            </a:r>
            <a:endParaRPr kumimoji="1" lang="ja-JP" altLang="en-US" dirty="0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E0A009-1486-F9F8-FD83-3364B8AF6DBB}"/>
              </a:ext>
            </a:extLst>
          </p:cNvPr>
          <p:cNvSpPr/>
          <p:nvPr/>
        </p:nvSpPr>
        <p:spPr>
          <a:xfrm>
            <a:off x="2517081" y="811131"/>
            <a:ext cx="2209053" cy="472461"/>
          </a:xfrm>
          <a:prstGeom prst="wedgeRoundRectCallout">
            <a:avLst>
              <a:gd name="adj1" fmla="val -70531"/>
              <a:gd name="adj2" fmla="val -2477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トランクグループの設定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⇒今回は</a:t>
            </a:r>
            <a:r>
              <a:rPr kumimoji="1" lang="en-US" altLang="ja-JP" sz="900" dirty="0">
                <a:solidFill>
                  <a:srgbClr val="FFFF00"/>
                </a:solidFill>
              </a:rPr>
              <a:t>1</a:t>
            </a:r>
            <a:r>
              <a:rPr kumimoji="1" lang="ja-JP" altLang="en-US" sz="900" dirty="0">
                <a:solidFill>
                  <a:srgbClr val="FFFF00"/>
                </a:solidFill>
              </a:rPr>
              <a:t>ポートなので不要？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CDD664-01F3-0E71-E0B5-1332FE3A0CEB}"/>
              </a:ext>
            </a:extLst>
          </p:cNvPr>
          <p:cNvSpPr txBox="1"/>
          <p:nvPr/>
        </p:nvSpPr>
        <p:spPr>
          <a:xfrm>
            <a:off x="6528707" y="832830"/>
            <a:ext cx="4808764" cy="403700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dial-peer voice 101 pots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trunkgroup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description Outgoing dial-peer to PSTN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translation-profile outgoing Outgoing-to-ISDN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destination-pattern BAD.BAD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forward-digits all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rgbClr val="FF0000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class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dpg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100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description Incoming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(DP200201) to PSTN (DP101)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dial-peer 101 preference 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class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uri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200 sip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pattern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dtg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=</a:t>
            </a: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lgw.tky2074578062.lgu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BA1DED19-180B-5155-7E30-6A227CFF81AD}"/>
              </a:ext>
            </a:extLst>
          </p:cNvPr>
          <p:cNvSpPr/>
          <p:nvPr/>
        </p:nvSpPr>
        <p:spPr>
          <a:xfrm>
            <a:off x="1724923" y="2598649"/>
            <a:ext cx="2209053" cy="472461"/>
          </a:xfrm>
          <a:prstGeom prst="wedgeRoundRectCallout">
            <a:avLst>
              <a:gd name="adj1" fmla="val -43702"/>
              <a:gd name="adj2" fmla="val 109624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ISDN </a:t>
            </a:r>
            <a:r>
              <a:rPr lang="ja-JP" altLang="en-US" sz="900" dirty="0">
                <a:solidFill>
                  <a:srgbClr val="FFFF00"/>
                </a:solidFill>
              </a:rPr>
              <a:t>向け</a:t>
            </a:r>
            <a:r>
              <a:rPr kumimoji="1" lang="ja-JP" altLang="en-US" sz="900" dirty="0">
                <a:solidFill>
                  <a:srgbClr val="FFFF00"/>
                </a:solidFill>
              </a:rPr>
              <a:t>の発信時の変換ルール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5BD9510C-4889-6A5D-D205-D95AB5542906}"/>
              </a:ext>
            </a:extLst>
          </p:cNvPr>
          <p:cNvSpPr/>
          <p:nvPr/>
        </p:nvSpPr>
        <p:spPr>
          <a:xfrm>
            <a:off x="6601118" y="4869832"/>
            <a:ext cx="2209053" cy="472461"/>
          </a:xfrm>
          <a:prstGeom prst="wedgeRoundRectCallout">
            <a:avLst>
              <a:gd name="adj1" fmla="val -39706"/>
              <a:gd name="adj2" fmla="val -115917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 err="1">
                <a:solidFill>
                  <a:srgbClr val="FFFF00"/>
                </a:solidFill>
              </a:rPr>
              <a:t>WxC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からの着信特定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DFE2CA56-A6C4-E8D7-E7FE-BBA4326C424C}"/>
              </a:ext>
            </a:extLst>
          </p:cNvPr>
          <p:cNvSpPr/>
          <p:nvPr/>
        </p:nvSpPr>
        <p:spPr>
          <a:xfrm>
            <a:off x="8878047" y="738041"/>
            <a:ext cx="2209053" cy="472461"/>
          </a:xfrm>
          <a:prstGeom prst="wedgeRoundRectCallout">
            <a:avLst>
              <a:gd name="adj1" fmla="val -70531"/>
              <a:gd name="adj2" fmla="val -2477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ISDN </a:t>
            </a:r>
            <a:r>
              <a:rPr lang="ja-JP" altLang="en-US" sz="900" dirty="0">
                <a:solidFill>
                  <a:srgbClr val="FFFF00"/>
                </a:solidFill>
              </a:rPr>
              <a:t>向けの </a:t>
            </a:r>
            <a:r>
              <a:rPr lang="en-US" altLang="ja-JP" sz="900" dirty="0">
                <a:solidFill>
                  <a:srgbClr val="FFFF00"/>
                </a:solidFill>
              </a:rPr>
              <a:t>outgoing</a:t>
            </a:r>
            <a:r>
              <a:rPr lang="ja-JP" altLang="en-US" sz="900" dirty="0">
                <a:solidFill>
                  <a:srgbClr val="FFFF00"/>
                </a:solidFill>
              </a:rPr>
              <a:t> </a:t>
            </a:r>
            <a:r>
              <a:rPr lang="en-US" altLang="ja-JP" sz="900" dirty="0">
                <a:solidFill>
                  <a:srgbClr val="FFFF00"/>
                </a:solidFill>
              </a:rPr>
              <a:t>dial-peer</a:t>
            </a:r>
          </a:p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（</a:t>
            </a:r>
            <a:r>
              <a:rPr kumimoji="1" lang="en-US" altLang="ja-JP" sz="900" dirty="0">
                <a:solidFill>
                  <a:srgbClr val="FFFF00"/>
                </a:solidFill>
              </a:rPr>
              <a:t>221 pots </a:t>
            </a:r>
            <a:r>
              <a:rPr kumimoji="1" lang="ja-JP" altLang="en-US" sz="900" dirty="0">
                <a:solidFill>
                  <a:srgbClr val="FFFF00"/>
                </a:solidFill>
              </a:rPr>
              <a:t>で設定済み）</a:t>
            </a:r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F4E19937-6DAB-91B3-D24E-43663449080D}"/>
              </a:ext>
            </a:extLst>
          </p:cNvPr>
          <p:cNvSpPr/>
          <p:nvPr/>
        </p:nvSpPr>
        <p:spPr>
          <a:xfrm>
            <a:off x="2429995" y="1622117"/>
            <a:ext cx="2209053" cy="472461"/>
          </a:xfrm>
          <a:prstGeom prst="wedgeRoundRectCallout">
            <a:avLst>
              <a:gd name="adj1" fmla="val -77184"/>
              <a:gd name="adj2" fmla="val -106573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ISDN </a:t>
            </a:r>
            <a:r>
              <a:rPr kumimoji="1" lang="ja-JP" altLang="en-US" sz="900" dirty="0">
                <a:solidFill>
                  <a:srgbClr val="FFFF00"/>
                </a:solidFill>
              </a:rPr>
              <a:t>向け </a:t>
            </a:r>
            <a:r>
              <a:rPr kumimoji="1" lang="en-US" altLang="ja-JP" sz="900" dirty="0">
                <a:solidFill>
                  <a:srgbClr val="FFFF00"/>
                </a:solidFill>
              </a:rPr>
              <a:t>IF </a:t>
            </a:r>
            <a:r>
              <a:rPr kumimoji="1" lang="ja-JP" altLang="en-US" sz="900" dirty="0">
                <a:solidFill>
                  <a:srgbClr val="FFFF00"/>
                </a:solidFill>
              </a:rPr>
              <a:t>の設定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この辺はすでに設定済み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043A4D45-59E1-6209-77C4-CFFC7D063EEE}"/>
              </a:ext>
            </a:extLst>
          </p:cNvPr>
          <p:cNvSpPr/>
          <p:nvPr/>
        </p:nvSpPr>
        <p:spPr>
          <a:xfrm>
            <a:off x="7877166" y="2322019"/>
            <a:ext cx="2209053" cy="472461"/>
          </a:xfrm>
          <a:prstGeom prst="wedgeRoundRectCallout">
            <a:avLst>
              <a:gd name="adj1" fmla="val -47371"/>
              <a:gd name="adj2" fmla="val 123832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Outgoing / incoming </a:t>
            </a:r>
            <a:r>
              <a:rPr lang="ja-JP" altLang="en-US" sz="900" dirty="0">
                <a:solidFill>
                  <a:srgbClr val="FFFF00"/>
                </a:solidFill>
              </a:rPr>
              <a:t>を紐づける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45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A54EC-7B55-2D38-B8DE-6B7A53BA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542048-0BCE-E5BA-EE94-73DEF5D3060A}"/>
              </a:ext>
            </a:extLst>
          </p:cNvPr>
          <p:cNvSpPr txBox="1"/>
          <p:nvPr/>
        </p:nvSpPr>
        <p:spPr>
          <a:xfrm>
            <a:off x="323850" y="881815"/>
            <a:ext cx="4808764" cy="403700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dial-peer voice 200201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description Inbound/Outbound Webex Calling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session protocol sipv2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destination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dpg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100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incoming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uri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request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voice-class codec 99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voice-class stun-usage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no voice-class sip localhost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voice-class sip tenant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dtmf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-relay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rtp-nte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srtp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no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vad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7F0ED3-87DD-D534-FD1B-7EB2E629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基本設定８</a:t>
            </a:r>
            <a:r>
              <a:rPr lang="ja-JP" altLang="en-US" dirty="0"/>
              <a:t>（</a:t>
            </a:r>
            <a:r>
              <a:rPr lang="en-US" altLang="ja-JP" dirty="0"/>
              <a:t>LGW</a:t>
            </a:r>
            <a:r>
              <a:rPr lang="ja-JP" altLang="en-US" dirty="0"/>
              <a:t>の</a:t>
            </a:r>
            <a:r>
              <a:rPr lang="en-US" altLang="ja-JP"/>
              <a:t>dial-peer</a:t>
            </a:r>
            <a:r>
              <a:rPr lang="ja-JP" altLang="en-US"/>
              <a:t>用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09947617-045F-E757-CDB0-9386376E97AC}"/>
              </a:ext>
            </a:extLst>
          </p:cNvPr>
          <p:cNvSpPr/>
          <p:nvPr/>
        </p:nvSpPr>
        <p:spPr>
          <a:xfrm>
            <a:off x="3572623" y="1170287"/>
            <a:ext cx="2209053" cy="472461"/>
          </a:xfrm>
          <a:prstGeom prst="wedgeRoundRectCallout">
            <a:avLst>
              <a:gd name="adj1" fmla="val -71024"/>
              <a:gd name="adj2" fmla="val -76620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 err="1">
                <a:solidFill>
                  <a:srgbClr val="FFFF00"/>
                </a:solidFill>
              </a:rPr>
              <a:t>WxC</a:t>
            </a:r>
            <a:r>
              <a:rPr lang="ja-JP" altLang="en-US" sz="900" dirty="0">
                <a:solidFill>
                  <a:srgbClr val="FFFF00"/>
                </a:solidFill>
              </a:rPr>
              <a:t> から受信するための </a:t>
            </a:r>
            <a:r>
              <a:rPr lang="en-US" altLang="ja-JP" sz="900" dirty="0">
                <a:solidFill>
                  <a:srgbClr val="FFFF00"/>
                </a:solidFill>
              </a:rPr>
              <a:t>incoming dial-peer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B9D54-1381-995E-DE45-CDB1274AC266}"/>
              </a:ext>
            </a:extLst>
          </p:cNvPr>
          <p:cNvSpPr txBox="1"/>
          <p:nvPr/>
        </p:nvSpPr>
        <p:spPr>
          <a:xfrm>
            <a:off x="6528707" y="832830"/>
            <a:ext cx="4808764" cy="5524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5">
                    <a:lumMod val="10000"/>
                  </a:schemeClr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rgbClr val="0070C0"/>
                </a:solidFill>
                <a:latin typeface="+mn-ea"/>
              </a:rPr>
              <a:t>voice translation-rule 2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rgbClr val="0070C0"/>
                </a:solidFill>
                <a:latin typeface="+mn-ea"/>
              </a:rPr>
              <a:t>  rule 1 /^/ /+813/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translation-rule 4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rule 1 /^0/ /+81/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translation-profile Incoming-from-ISDN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translate calling 4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translate called 2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dial-peer voice 200201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translation-profile outgoing Incoming-from-ISDN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destination-pattern BAD.BAD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accent2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session target sip-server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rgbClr val="FF0000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voice class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dpg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description Incoming PSTN (DP100) to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(DP200201)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dial-peer 200201 preference 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F4A9ABD7-6752-8E5F-4278-CFA56DC8B259}"/>
              </a:ext>
            </a:extLst>
          </p:cNvPr>
          <p:cNvSpPr/>
          <p:nvPr/>
        </p:nvSpPr>
        <p:spPr>
          <a:xfrm>
            <a:off x="9030448" y="790589"/>
            <a:ext cx="2209053" cy="472461"/>
          </a:xfrm>
          <a:prstGeom prst="wedgeRoundRectCallout">
            <a:avLst>
              <a:gd name="adj1" fmla="val -70531"/>
              <a:gd name="adj2" fmla="val -2477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 err="1">
                <a:solidFill>
                  <a:srgbClr val="FFFF00"/>
                </a:solidFill>
              </a:rPr>
              <a:t>WxC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向けの番号変換</a:t>
            </a:r>
            <a:endParaRPr kumimoji="1"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7920BE5-8990-70D3-D9A1-B727B3659E86}"/>
              </a:ext>
            </a:extLst>
          </p:cNvPr>
          <p:cNvSpPr/>
          <p:nvPr/>
        </p:nvSpPr>
        <p:spPr>
          <a:xfrm>
            <a:off x="9601948" y="3299746"/>
            <a:ext cx="2209053" cy="472461"/>
          </a:xfrm>
          <a:prstGeom prst="wedgeRoundRectCallout">
            <a:avLst>
              <a:gd name="adj1" fmla="val -52298"/>
              <a:gd name="adj2" fmla="val 10539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 err="1">
                <a:solidFill>
                  <a:srgbClr val="FFFF00"/>
                </a:solidFill>
              </a:rPr>
              <a:t>WxC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向けの</a:t>
            </a:r>
            <a:r>
              <a:rPr lang="en-US" altLang="ja-JP" sz="900" dirty="0">
                <a:solidFill>
                  <a:srgbClr val="FFFF00"/>
                </a:solidFill>
              </a:rPr>
              <a:t>outgoing </a:t>
            </a:r>
            <a:r>
              <a:rPr lang="ja-JP" altLang="en-US" sz="900" dirty="0">
                <a:solidFill>
                  <a:srgbClr val="FFFF00"/>
                </a:solidFill>
              </a:rPr>
              <a:t>を追加する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7A073A-1786-C2EE-CC33-F2CF26D03AC1}"/>
              </a:ext>
            </a:extLst>
          </p:cNvPr>
          <p:cNvSpPr/>
          <p:nvPr/>
        </p:nvSpPr>
        <p:spPr>
          <a:xfrm>
            <a:off x="8521396" y="1477598"/>
            <a:ext cx="3346754" cy="718705"/>
          </a:xfrm>
          <a:prstGeom prst="wedgeRoundRectCallout">
            <a:avLst>
              <a:gd name="adj1" fmla="val -65875"/>
              <a:gd name="adj2" fmla="val -111525"/>
              <a:gd name="adj3" fmla="val 16667"/>
            </a:avLst>
          </a:prstGeom>
          <a:solidFill>
            <a:schemeClr val="accent4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r>
              <a:rPr kumimoji="1" lang="en-US" altLang="ja-JP" sz="900" dirty="0">
                <a:solidFill>
                  <a:schemeClr val="bg1">
                    <a:lumMod val="90000"/>
                    <a:lumOff val="10000"/>
                  </a:schemeClr>
                </a:solidFill>
              </a:rPr>
              <a:t>voice translation-rule 2</a:t>
            </a:r>
          </a:p>
          <a:p>
            <a:r>
              <a:rPr kumimoji="1" lang="en-US" altLang="ja-JP" sz="900" dirty="0">
                <a:solidFill>
                  <a:schemeClr val="bg1">
                    <a:lumMod val="90000"/>
                    <a:lumOff val="10000"/>
                  </a:schemeClr>
                </a:solidFill>
              </a:rPr>
              <a:t> rule 1 /^57712380$/ /</a:t>
            </a:r>
            <a:r>
              <a:rPr lang="en-US" altLang="ja-JP" sz="900" dirty="0">
                <a:solidFill>
                  <a:schemeClr val="bg1">
                    <a:lumMod val="90000"/>
                    <a:lumOff val="10000"/>
                  </a:schemeClr>
                </a:solidFill>
              </a:rPr>
              <a:t>+81357712380</a:t>
            </a:r>
            <a:r>
              <a:rPr kumimoji="1" lang="en-US" altLang="ja-JP" sz="900" dirty="0">
                <a:solidFill>
                  <a:schemeClr val="bg1">
                    <a:lumMod val="90000"/>
                    <a:lumOff val="10000"/>
                  </a:schemeClr>
                </a:solidFill>
              </a:rPr>
              <a:t>/</a:t>
            </a:r>
          </a:p>
          <a:p>
            <a:r>
              <a:rPr kumimoji="1" lang="en-US" altLang="ja-JP" sz="900" dirty="0">
                <a:solidFill>
                  <a:schemeClr val="bg1">
                    <a:lumMod val="90000"/>
                    <a:lumOff val="10000"/>
                  </a:schemeClr>
                </a:solidFill>
              </a:rPr>
              <a:t> rule 2 /^/ /+813/</a:t>
            </a:r>
          </a:p>
        </p:txBody>
      </p:sp>
    </p:spTree>
    <p:extLst>
      <p:ext uri="{BB962C8B-B14F-4D97-AF65-F5344CB8AC3E}">
        <p14:creationId xmlns:p14="http://schemas.microsoft.com/office/powerpoint/2010/main" val="424688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515FC-7ED9-B4A1-6757-497218387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BCAFDE-3EDD-6835-A01E-DF3B5A5CF560}"/>
              </a:ext>
            </a:extLst>
          </p:cNvPr>
          <p:cNvSpPr txBox="1"/>
          <p:nvPr/>
        </p:nvSpPr>
        <p:spPr>
          <a:xfrm>
            <a:off x="323850" y="881815"/>
            <a:ext cx="4808764" cy="135934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dial-peer voice 100 pots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description Incoming dial-peer from PSTN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trunkgroup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ISDN  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destination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dpg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incoming called-number ^57712380$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3B25CC-C96A-F6E8-AFBE-34ECD56B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基本設定８</a:t>
            </a:r>
            <a:r>
              <a:rPr lang="ja-JP" altLang="en-US" dirty="0"/>
              <a:t>（</a:t>
            </a:r>
            <a:r>
              <a:rPr lang="en-US" altLang="ja-JP" dirty="0"/>
              <a:t>LGW</a:t>
            </a:r>
            <a:r>
              <a:rPr lang="ja-JP" altLang="en-US" dirty="0"/>
              <a:t>の</a:t>
            </a:r>
            <a:r>
              <a:rPr lang="en-US" altLang="ja-JP"/>
              <a:t>dial-peer</a:t>
            </a:r>
            <a:r>
              <a:rPr lang="ja-JP" altLang="en-US"/>
              <a:t>用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814CE7E-181A-EB10-FBEF-37F0885EB543}"/>
              </a:ext>
            </a:extLst>
          </p:cNvPr>
          <p:cNvSpPr/>
          <p:nvPr/>
        </p:nvSpPr>
        <p:spPr>
          <a:xfrm>
            <a:off x="3250965" y="793686"/>
            <a:ext cx="2999326" cy="472461"/>
          </a:xfrm>
          <a:prstGeom prst="wedgeRoundRectCallout">
            <a:avLst>
              <a:gd name="adj1" fmla="val -60922"/>
              <a:gd name="adj2" fmla="val 105399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PSTN</a:t>
            </a:r>
            <a:r>
              <a:rPr kumimoji="1" lang="ja-JP" altLang="en-US" sz="900" dirty="0">
                <a:solidFill>
                  <a:srgbClr val="FFFF00"/>
                </a:solidFill>
              </a:rPr>
              <a:t> からのコールを </a:t>
            </a:r>
            <a:r>
              <a:rPr kumimoji="1" lang="en-US" altLang="ja-JP" sz="900" dirty="0">
                <a:solidFill>
                  <a:srgbClr val="FFFF00"/>
                </a:solidFill>
              </a:rPr>
              <a:t>dial-peer 100 </a:t>
            </a:r>
            <a:r>
              <a:rPr kumimoji="1" lang="ja-JP" altLang="en-US" sz="900" dirty="0">
                <a:solidFill>
                  <a:srgbClr val="FFFF00"/>
                </a:solidFill>
              </a:rPr>
              <a:t>で受け付ける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（</a:t>
            </a:r>
            <a:r>
              <a:rPr lang="en-US" altLang="ja-JP" sz="900" dirty="0">
                <a:solidFill>
                  <a:srgbClr val="FFFF00"/>
                </a:solidFill>
              </a:rPr>
              <a:t>211,212 pots </a:t>
            </a:r>
            <a:r>
              <a:rPr lang="ja-JP" altLang="en-US" sz="900" dirty="0">
                <a:solidFill>
                  <a:srgbClr val="FFFF00"/>
                </a:solidFill>
              </a:rPr>
              <a:t>で設定済み）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B78D6-787F-EAF2-465D-EA13AAF85B50}"/>
              </a:ext>
            </a:extLst>
          </p:cNvPr>
          <p:cNvSpPr txBox="1"/>
          <p:nvPr/>
        </p:nvSpPr>
        <p:spPr>
          <a:xfrm>
            <a:off x="6528707" y="832830"/>
            <a:ext cx="4808764" cy="55245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card type t1 0 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network-clock synchronization automatic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no network-clock synchronization participate 0/1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isdn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switch-type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ntt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voice call send-alert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voice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rtp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send-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recv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controller T1 0/1/0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framing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esf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clock source line primary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linecode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b8zs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cablelength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long 0db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pri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-group timeslots 1-24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exit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interface Serial0/1/0:23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no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ip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address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encapsulation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hdlc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isdn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switch-type primary-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ntt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isdn</a:t>
            </a: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incoming-voice voice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 exit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724D6BB-88CC-57A9-75A4-A556A4518C11}"/>
              </a:ext>
            </a:extLst>
          </p:cNvPr>
          <p:cNvSpPr/>
          <p:nvPr/>
        </p:nvSpPr>
        <p:spPr>
          <a:xfrm>
            <a:off x="9177405" y="478303"/>
            <a:ext cx="2209053" cy="472461"/>
          </a:xfrm>
          <a:prstGeom prst="wedgeRoundRectCallout">
            <a:avLst>
              <a:gd name="adj1" fmla="val -43921"/>
              <a:gd name="adj2" fmla="val 95031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ISDN</a:t>
            </a:r>
            <a:r>
              <a:rPr lang="ja-JP" altLang="en-US" sz="900" dirty="0">
                <a:solidFill>
                  <a:srgbClr val="FFFF00"/>
                </a:solidFill>
              </a:rPr>
              <a:t> に接続するための設定</a:t>
            </a:r>
            <a:endParaRPr kumimoji="1" lang="en-US" altLang="ja-JP" sz="9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945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4ABB2-A80D-9BA8-04F2-56EB1754C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0371A51-E64F-8188-C29F-09B9C096DEF7}"/>
              </a:ext>
            </a:extLst>
          </p:cNvPr>
          <p:cNvSpPr txBox="1"/>
          <p:nvPr/>
        </p:nvSpPr>
        <p:spPr>
          <a:xfrm>
            <a:off x="323850" y="881815"/>
            <a:ext cx="4808764" cy="31444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dial-peer voice 200201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max-conn 250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call treatment on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call threshold global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cpu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-avg low 75 high 80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call threshold global total-mem low 75 high 80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call threshold global total-calls low 250 high 250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no dial-peer outbound status-check pots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1BFE1-ECB1-42D3-7B37-38B680B6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基本設定８</a:t>
            </a:r>
            <a:r>
              <a:rPr lang="ja-JP" altLang="en-US" dirty="0"/>
              <a:t>（</a:t>
            </a:r>
            <a:r>
              <a:rPr lang="en-US" altLang="ja-JP" dirty="0"/>
              <a:t>LGW</a:t>
            </a:r>
            <a:r>
              <a:rPr lang="ja-JP" altLang="en-US" dirty="0"/>
              <a:t>の</a:t>
            </a:r>
            <a:r>
              <a:rPr lang="en-US" altLang="ja-JP"/>
              <a:t>dial-peer</a:t>
            </a:r>
            <a:r>
              <a:rPr lang="ja-JP" altLang="en-US"/>
              <a:t>用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85F782E-F878-F88F-C377-2E3170B07B1E}"/>
              </a:ext>
            </a:extLst>
          </p:cNvPr>
          <p:cNvSpPr/>
          <p:nvPr/>
        </p:nvSpPr>
        <p:spPr>
          <a:xfrm>
            <a:off x="2810621" y="796105"/>
            <a:ext cx="2209053" cy="472461"/>
          </a:xfrm>
          <a:prstGeom prst="wedgeRoundRectCallout">
            <a:avLst>
              <a:gd name="adj1" fmla="val -75870"/>
              <a:gd name="adj2" fmla="val -9291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同時接続数を変える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（設定してもしなくてもどちらでも）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7B1D4A-9314-B141-2B18-C10A86331409}"/>
              </a:ext>
            </a:extLst>
          </p:cNvPr>
          <p:cNvSpPr txBox="1"/>
          <p:nvPr/>
        </p:nvSpPr>
        <p:spPr>
          <a:xfrm>
            <a:off x="6528707" y="832830"/>
            <a:ext cx="4808764" cy="22518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voice translation-rule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rule 1 reject /^110$/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rule 2 reject /^118$/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rule 3 reject /^119$/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voice translation-profile Call-Block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translate called 200</a:t>
            </a: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dial-peer voice 200201 </a:t>
            </a:r>
            <a:r>
              <a:rPr lang="en-US" altLang="ja-JP" sz="1100" dirty="0" err="1">
                <a:solidFill>
                  <a:schemeClr val="accent2"/>
                </a:solidFill>
                <a:latin typeface="+mn-ea"/>
              </a:rPr>
              <a:t>voip</a:t>
            </a:r>
            <a:endParaRPr lang="en-US" altLang="ja-JP" sz="1100" dirty="0">
              <a:solidFill>
                <a:schemeClr val="accent2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en-US" altLang="ja-JP" sz="1100" dirty="0">
                <a:solidFill>
                  <a:schemeClr val="accent2"/>
                </a:solidFill>
                <a:latin typeface="+mn-ea"/>
              </a:rPr>
              <a:t> call-block translation-profile incoming Call-Block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EF46E72D-FD0F-5416-7B99-967C158106D5}"/>
              </a:ext>
            </a:extLst>
          </p:cNvPr>
          <p:cNvSpPr/>
          <p:nvPr/>
        </p:nvSpPr>
        <p:spPr>
          <a:xfrm>
            <a:off x="9177405" y="478303"/>
            <a:ext cx="2209053" cy="472461"/>
          </a:xfrm>
          <a:prstGeom prst="wedgeRoundRectCallout">
            <a:avLst>
              <a:gd name="adj1" fmla="val -43921"/>
              <a:gd name="adj2" fmla="val 95031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緊急通報をブロック</a:t>
            </a:r>
            <a:endParaRPr kumimoji="1"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19948886-8D74-067D-CAB5-D206F27DFD7F}"/>
              </a:ext>
            </a:extLst>
          </p:cNvPr>
          <p:cNvSpPr/>
          <p:nvPr/>
        </p:nvSpPr>
        <p:spPr>
          <a:xfrm>
            <a:off x="3621606" y="3192769"/>
            <a:ext cx="2209053" cy="472461"/>
          </a:xfrm>
          <a:prstGeom prst="wedgeRoundRectCallout">
            <a:avLst>
              <a:gd name="adj1" fmla="val -74227"/>
              <a:gd name="adj2" fmla="val 33974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冗長化する場合はこの設定が必要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38BBE079-9928-78F4-2AAF-6C4804C47FF9}"/>
              </a:ext>
            </a:extLst>
          </p:cNvPr>
          <p:cNvSpPr/>
          <p:nvPr/>
        </p:nvSpPr>
        <p:spPr>
          <a:xfrm>
            <a:off x="3272583" y="1696977"/>
            <a:ext cx="1860031" cy="472461"/>
          </a:xfrm>
          <a:prstGeom prst="wedgeRoundRectCallout">
            <a:avLst>
              <a:gd name="adj1" fmla="val -75870"/>
              <a:gd name="adj2" fmla="val -9291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全体コール数、メモリ、</a:t>
            </a:r>
            <a:r>
              <a:rPr kumimoji="1" lang="en-US" altLang="ja-JP" sz="900" dirty="0">
                <a:solidFill>
                  <a:srgbClr val="FFFF00"/>
                </a:solidFill>
              </a:rPr>
              <a:t>CPU</a:t>
            </a:r>
            <a:r>
              <a:rPr kumimoji="1" lang="ja-JP" altLang="en-US" sz="900" dirty="0">
                <a:solidFill>
                  <a:srgbClr val="FFFF00"/>
                </a:solidFill>
              </a:rPr>
              <a:t>の</a:t>
            </a:r>
            <a:br>
              <a:rPr kumimoji="1" lang="en-US" altLang="ja-JP" sz="900" dirty="0">
                <a:solidFill>
                  <a:srgbClr val="FFFF00"/>
                </a:solidFill>
              </a:rPr>
            </a:br>
            <a:r>
              <a:rPr kumimoji="1" lang="ja-JP" altLang="en-US" sz="900" dirty="0">
                <a:solidFill>
                  <a:srgbClr val="FFFF00"/>
                </a:solidFill>
              </a:rPr>
              <a:t>閾値を制限できる</a:t>
            </a:r>
          </a:p>
        </p:txBody>
      </p:sp>
    </p:spTree>
    <p:extLst>
      <p:ext uri="{BB962C8B-B14F-4D97-AF65-F5344CB8AC3E}">
        <p14:creationId xmlns:p14="http://schemas.microsoft.com/office/powerpoint/2010/main" val="50272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8214-0A8C-DD80-554D-04EDF6336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C314D-E965-D268-FA02-B3A8792C0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基本設定８</a:t>
            </a:r>
            <a:r>
              <a:rPr lang="ja-JP" altLang="en-US" dirty="0"/>
              <a:t>（</a:t>
            </a:r>
            <a:r>
              <a:rPr lang="en-US" altLang="ja-JP" dirty="0"/>
              <a:t>LGW</a:t>
            </a:r>
            <a:r>
              <a:rPr lang="ja-JP" altLang="en-US" dirty="0"/>
              <a:t>の</a:t>
            </a:r>
            <a:r>
              <a:rPr lang="en-US" altLang="ja-JP"/>
              <a:t>dial-peer</a:t>
            </a:r>
            <a:r>
              <a:rPr lang="ja-JP" altLang="en-US"/>
              <a:t>用</a:t>
            </a:r>
            <a:r>
              <a:rPr lang="ja-JP" altLang="en-US" dirty="0"/>
              <a:t>）</a:t>
            </a:r>
            <a:endParaRPr kumimoji="1" lang="ja-JP" altLang="en-US" dirty="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0854F6D3-B50D-8565-A45E-9B81768C4EA6}"/>
              </a:ext>
            </a:extLst>
          </p:cNvPr>
          <p:cNvSpPr/>
          <p:nvPr/>
        </p:nvSpPr>
        <p:spPr>
          <a:xfrm>
            <a:off x="1319591" y="1982304"/>
            <a:ext cx="2836334" cy="3924487"/>
          </a:xfrm>
          <a:prstGeom prst="wedgeRoundRectCallout">
            <a:avLst>
              <a:gd name="adj1" fmla="val -86641"/>
              <a:gd name="adj2" fmla="val -6225"/>
              <a:gd name="adj3" fmla="val 16667"/>
            </a:avLst>
          </a:prstGeom>
          <a:solidFill>
            <a:schemeClr val="bg2">
              <a:lumMod val="7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translation-rule 210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1 /^$/ //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2 /^\(0.*\)$/ /0\1/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translation-rule 211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1 /^57712380$/ /8991901/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translation-rule 212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1 /^\(.*\)$/ /**\1/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translation-rule 2211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1 /^0\(.*\)$/ /\1/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translation-rule 2212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rule 1 /^2...$/ /0357712380/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translation-profile fromPSTN_2Stage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calling 210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called 212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translation-profile </a:t>
            </a:r>
            <a:r>
              <a:rPr kumimoji="1" lang="en-US" altLang="ja-JP" sz="900" dirty="0" err="1">
                <a:solidFill>
                  <a:srgbClr val="FFFF00"/>
                </a:solidFill>
              </a:rPr>
              <a:t>fromPSTN_DID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calling 210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called 211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!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voice translation-profile </a:t>
            </a:r>
            <a:r>
              <a:rPr kumimoji="1" lang="en-US" altLang="ja-JP" sz="900" dirty="0" err="1">
                <a:solidFill>
                  <a:srgbClr val="FFFF00"/>
                </a:solidFill>
              </a:rPr>
              <a:t>toPSTN</a:t>
            </a:r>
            <a:endParaRPr kumimoji="1" lang="en-US" altLang="ja-JP" sz="900" dirty="0">
              <a:solidFill>
                <a:srgbClr val="FFFF00"/>
              </a:solidFill>
            </a:endParaRP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calling 2212</a:t>
            </a:r>
          </a:p>
          <a:p>
            <a:r>
              <a:rPr kumimoji="1" lang="en-US" altLang="ja-JP" sz="900" dirty="0">
                <a:solidFill>
                  <a:srgbClr val="FFFF00"/>
                </a:solidFill>
              </a:rPr>
              <a:t> translate called 2211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985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98781-C420-ACE4-22BF-45DD7345C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4C75B55-3D68-0E6F-7F58-93ACE4B56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memo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55827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F6EFF-DD5D-92E1-D582-613D66C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Lab diagram</a:t>
            </a:r>
            <a:r>
              <a:rPr lang="ja-JP" altLang="en-US" dirty="0"/>
              <a:t> </a:t>
            </a:r>
            <a:r>
              <a:rPr lang="en-US" altLang="ja-JP" dirty="0"/>
              <a:t>On-premise</a:t>
            </a:r>
            <a:endParaRPr kumimoji="1" lang="ja-JP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9912D4-F3C1-E693-2282-AC4E76222A3D}"/>
              </a:ext>
            </a:extLst>
          </p:cNvPr>
          <p:cNvSpPr/>
          <p:nvPr/>
        </p:nvSpPr>
        <p:spPr>
          <a:xfrm>
            <a:off x="10192779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UCCX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10720F-85F8-662C-51CB-95F3D4515327}"/>
              </a:ext>
            </a:extLst>
          </p:cNvPr>
          <p:cNvSpPr/>
          <p:nvPr/>
        </p:nvSpPr>
        <p:spPr>
          <a:xfrm>
            <a:off x="7050204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lang="en-US" altLang="ja-JP" sz="1600" dirty="0">
                <a:solidFill>
                  <a:schemeClr val="bg1"/>
                </a:solidFill>
              </a:rPr>
              <a:t>CUCM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E57519-96A0-3B65-96EE-8B1FCFFA986D}"/>
              </a:ext>
            </a:extLst>
          </p:cNvPr>
          <p:cNvSpPr/>
          <p:nvPr/>
        </p:nvSpPr>
        <p:spPr>
          <a:xfrm>
            <a:off x="553680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93756A-163F-2005-E359-688A57ABF937}"/>
              </a:ext>
            </a:extLst>
          </p:cNvPr>
          <p:cNvSpPr/>
          <p:nvPr/>
        </p:nvSpPr>
        <p:spPr>
          <a:xfrm>
            <a:off x="795860" y="5178800"/>
            <a:ext cx="1395919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customer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839A4D-8230-C449-6AA5-7C6CB7A05EF4}"/>
              </a:ext>
            </a:extLst>
          </p:cNvPr>
          <p:cNvSpPr/>
          <p:nvPr/>
        </p:nvSpPr>
        <p:spPr>
          <a:xfrm>
            <a:off x="765056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PSTN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5362D55-4C35-8242-C900-1840DFED279D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1493820" y="2420562"/>
            <a:ext cx="0" cy="275823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F9AD5D0-10C5-D7F6-7B7C-A5C6C72CE675}"/>
              </a:ext>
            </a:extLst>
          </p:cNvPr>
          <p:cNvSpPr/>
          <p:nvPr/>
        </p:nvSpPr>
        <p:spPr>
          <a:xfrm>
            <a:off x="3907630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LGW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7CC702C-A695-57E2-12F2-E986142A9BC5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222583" y="2131164"/>
            <a:ext cx="168504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1D0C229-12BB-BBFF-7CAC-10B0056ABA0C}"/>
              </a:ext>
            </a:extLst>
          </p:cNvPr>
          <p:cNvCxnSpPr>
            <a:cxnSpLocks/>
            <a:stCxn id="12" idx="3"/>
            <a:endCxn id="5" idx="1"/>
          </p:cNvCxnSpPr>
          <p:nvPr/>
        </p:nvCxnSpPr>
        <p:spPr>
          <a:xfrm>
            <a:off x="5365157" y="2131164"/>
            <a:ext cx="168504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BBD79F8-B8B1-E190-95F7-A3EC99E116C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6146092" y="2420562"/>
            <a:ext cx="1632876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8EBCB-4DB2-8568-3D46-951BFCC11142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8507731" y="2131164"/>
            <a:ext cx="168504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peech Bubble: Rectangle with Corners Rounded 35">
            <a:extLst>
              <a:ext uri="{FF2B5EF4-FFF2-40B4-BE49-F238E27FC236}">
                <a16:creationId xmlns:a16="http://schemas.microsoft.com/office/drawing/2014/main" id="{76BF7C87-7DA3-6CFD-ADEC-C872F3BB753B}"/>
              </a:ext>
            </a:extLst>
          </p:cNvPr>
          <p:cNvSpPr/>
          <p:nvPr/>
        </p:nvSpPr>
        <p:spPr>
          <a:xfrm>
            <a:off x="795860" y="1062328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Customer </a:t>
            </a:r>
            <a:r>
              <a:rPr kumimoji="1" lang="ja-JP" altLang="en-US" sz="900" dirty="0">
                <a:solidFill>
                  <a:srgbClr val="FFFF00"/>
                </a:solidFill>
              </a:rPr>
              <a:t>から外線着信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135DCC69-5822-D5E4-046E-1F842FEA886D}"/>
              </a:ext>
            </a:extLst>
          </p:cNvPr>
          <p:cNvSpPr/>
          <p:nvPr/>
        </p:nvSpPr>
        <p:spPr>
          <a:xfrm>
            <a:off x="3907630" y="1077125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外線コールは</a:t>
            </a:r>
            <a:r>
              <a:rPr kumimoji="1" lang="en-US" altLang="ja-JP" sz="900" dirty="0">
                <a:solidFill>
                  <a:srgbClr val="FFFF00"/>
                </a:solidFill>
              </a:rPr>
              <a:t>LGW</a:t>
            </a:r>
            <a:r>
              <a:rPr kumimoji="1" lang="ja-JP" altLang="en-US" sz="900" dirty="0">
                <a:solidFill>
                  <a:srgbClr val="FFFF00"/>
                </a:solidFill>
              </a:rPr>
              <a:t>に着信し、</a:t>
            </a:r>
            <a:r>
              <a:rPr kumimoji="1" lang="en-US" altLang="ja-JP" sz="900" dirty="0">
                <a:solidFill>
                  <a:srgbClr val="FFFF00"/>
                </a:solidFill>
              </a:rPr>
              <a:t>CUCM </a:t>
            </a:r>
            <a:r>
              <a:rPr kumimoji="1" lang="ja-JP" altLang="en-US" sz="900" dirty="0">
                <a:solidFill>
                  <a:srgbClr val="FFFF00"/>
                </a:solidFill>
              </a:rPr>
              <a:t>に渡す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F41209F-E6A1-E082-8E4C-A11CE5DD57C5}"/>
              </a:ext>
            </a:extLst>
          </p:cNvPr>
          <p:cNvSpPr/>
          <p:nvPr/>
        </p:nvSpPr>
        <p:spPr>
          <a:xfrm>
            <a:off x="7019400" y="1062679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CC </a:t>
            </a:r>
            <a:r>
              <a:rPr kumimoji="1" lang="ja-JP" altLang="en-US" sz="900" dirty="0">
                <a:solidFill>
                  <a:srgbClr val="FFFF00"/>
                </a:solidFill>
              </a:rPr>
              <a:t>宛に着信したコールは </a:t>
            </a:r>
            <a:r>
              <a:rPr lang="en-US" altLang="ja-JP" sz="900" dirty="0">
                <a:solidFill>
                  <a:srgbClr val="FFFF00"/>
                </a:solidFill>
              </a:rPr>
              <a:t>UCCX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に渡す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61E366E0-44AA-4E00-8B08-AB2B3740F946}"/>
              </a:ext>
            </a:extLst>
          </p:cNvPr>
          <p:cNvSpPr/>
          <p:nvPr/>
        </p:nvSpPr>
        <p:spPr>
          <a:xfrm>
            <a:off x="10192779" y="1062328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CC agen</a:t>
            </a:r>
            <a:r>
              <a:rPr lang="en-US" altLang="ja-JP" sz="900" dirty="0">
                <a:solidFill>
                  <a:srgbClr val="FFFF00"/>
                </a:solidFill>
              </a:rPr>
              <a:t>t </a:t>
            </a:r>
            <a:r>
              <a:rPr lang="ja-JP" altLang="en-US" sz="900" dirty="0">
                <a:solidFill>
                  <a:srgbClr val="FFFF00"/>
                </a:solidFill>
              </a:rPr>
              <a:t>を割り振って、</a:t>
            </a:r>
            <a:r>
              <a:rPr lang="en-US" altLang="ja-JP" sz="900" dirty="0">
                <a:solidFill>
                  <a:srgbClr val="FFFF00"/>
                </a:solidFill>
              </a:rPr>
              <a:t>CUCM </a:t>
            </a:r>
            <a:r>
              <a:rPr lang="ja-JP" altLang="en-US" sz="900" dirty="0">
                <a:solidFill>
                  <a:srgbClr val="FFFF00"/>
                </a:solidFill>
              </a:rPr>
              <a:t>に対してその </a:t>
            </a:r>
            <a:r>
              <a:rPr lang="en-US" altLang="ja-JP" sz="900" dirty="0">
                <a:solidFill>
                  <a:srgbClr val="FFFF00"/>
                </a:solidFill>
              </a:rPr>
              <a:t>agent </a:t>
            </a:r>
            <a:r>
              <a:rPr lang="ja-JP" altLang="en-US" sz="900" dirty="0">
                <a:solidFill>
                  <a:srgbClr val="FFFF00"/>
                </a:solidFill>
              </a:rPr>
              <a:t>を呼び出させる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24541D7-8D43-B785-C98B-52AA3721E953}"/>
              </a:ext>
            </a:extLst>
          </p:cNvPr>
          <p:cNvSpPr/>
          <p:nvPr/>
        </p:nvSpPr>
        <p:spPr>
          <a:xfrm>
            <a:off x="715943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582522C-BDAE-C4DB-0CFD-074EC5DDFE00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7768722" y="2420562"/>
            <a:ext cx="10246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FF02A82-F2BB-D982-A5D0-34EBAB1395C0}"/>
              </a:ext>
            </a:extLst>
          </p:cNvPr>
          <p:cNvSpPr/>
          <p:nvPr/>
        </p:nvSpPr>
        <p:spPr>
          <a:xfrm>
            <a:off x="878206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92A8805-79C6-FEAC-A297-2F73DDA72E01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7778968" y="2420562"/>
            <a:ext cx="1612384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89174B5A-1E1A-5094-A358-0C4545BD90DD}"/>
              </a:ext>
            </a:extLst>
          </p:cNvPr>
          <p:cNvSpPr/>
          <p:nvPr/>
        </p:nvSpPr>
        <p:spPr>
          <a:xfrm>
            <a:off x="8260452" y="6023860"/>
            <a:ext cx="2110769" cy="453938"/>
          </a:xfrm>
          <a:prstGeom prst="wedgeRoundRectCallout">
            <a:avLst>
              <a:gd name="adj1" fmla="val -56603"/>
              <a:gd name="adj2" fmla="val -14608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CUCM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に登録されて、</a:t>
            </a:r>
            <a:r>
              <a:rPr lang="en-US" altLang="ja-JP" sz="900" dirty="0">
                <a:solidFill>
                  <a:srgbClr val="FFFF00"/>
                </a:solidFill>
              </a:rPr>
              <a:t>UCCX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が定めたルールによって着信を受ける</a:t>
            </a:r>
          </a:p>
        </p:txBody>
      </p:sp>
    </p:spTree>
    <p:extLst>
      <p:ext uri="{BB962C8B-B14F-4D97-AF65-F5344CB8AC3E}">
        <p14:creationId xmlns:p14="http://schemas.microsoft.com/office/powerpoint/2010/main" val="273567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AEA03-E5F8-017B-D0BD-4136197AB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1CC179-C069-0385-FBCB-1560B0AF4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943203"/>
            <a:ext cx="4858135" cy="542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892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5AC7-D774-667F-0960-A5EC5173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08D1-009F-A764-8D8B-625ACA34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Lab diagram</a:t>
            </a:r>
            <a:r>
              <a:rPr lang="ja-JP" altLang="en-US" dirty="0"/>
              <a:t> </a:t>
            </a:r>
            <a:r>
              <a:rPr lang="en-US" altLang="ja-JP" dirty="0"/>
              <a:t>On-premise</a:t>
            </a:r>
            <a:endParaRPr kumimoji="1" lang="ja-JP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A3D225-D27C-1875-8F6C-DFEA0C70AA03}"/>
              </a:ext>
            </a:extLst>
          </p:cNvPr>
          <p:cNvSpPr/>
          <p:nvPr/>
        </p:nvSpPr>
        <p:spPr>
          <a:xfrm>
            <a:off x="6407321" y="431515"/>
            <a:ext cx="5256403" cy="351449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UCCX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643FF3-B1BE-71AA-3ADA-0779D9BD6FC7}"/>
              </a:ext>
            </a:extLst>
          </p:cNvPr>
          <p:cNvSpPr/>
          <p:nvPr/>
        </p:nvSpPr>
        <p:spPr>
          <a:xfrm>
            <a:off x="1739802" y="1606868"/>
            <a:ext cx="3775146" cy="2025615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CUCM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41F8A9A-3996-70B7-E93B-A476EB2B8E24}"/>
              </a:ext>
            </a:extLst>
          </p:cNvPr>
          <p:cNvCxnSpPr>
            <a:cxnSpLocks/>
            <a:stCxn id="45" idx="3"/>
            <a:endCxn id="71" idx="1"/>
          </p:cNvCxnSpPr>
          <p:nvPr/>
        </p:nvCxnSpPr>
        <p:spPr>
          <a:xfrm flipV="1">
            <a:off x="3071973" y="1994861"/>
            <a:ext cx="3943033" cy="348156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FF18608-4578-FC54-BCC4-D2CAA2609FC4}"/>
              </a:ext>
            </a:extLst>
          </p:cNvPr>
          <p:cNvGrpSpPr>
            <a:grpSpLocks noChangeAspect="1"/>
          </p:cNvGrpSpPr>
          <p:nvPr/>
        </p:nvGrpSpPr>
        <p:grpSpPr>
          <a:xfrm>
            <a:off x="185738" y="1114425"/>
            <a:ext cx="661691" cy="492443"/>
            <a:chOff x="185738" y="1114425"/>
            <a:chExt cx="855850" cy="636940"/>
          </a:xfrm>
        </p:grpSpPr>
        <p:pic>
          <p:nvPicPr>
            <p:cNvPr id="24" name="Graphic 23" descr="Female Profile outline">
              <a:extLst>
                <a:ext uri="{FF2B5EF4-FFF2-40B4-BE49-F238E27FC236}">
                  <a16:creationId xmlns:a16="http://schemas.microsoft.com/office/drawing/2014/main" id="{12349CDC-D375-70F4-3DDE-61A4A2146C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2244" y="1114425"/>
              <a:ext cx="542838" cy="542838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C67F00-F87F-3C9A-9DEC-A583D316D0C9}"/>
                </a:ext>
              </a:extLst>
            </p:cNvPr>
            <p:cNvSpPr txBox="1"/>
            <p:nvPr/>
          </p:nvSpPr>
          <p:spPr>
            <a:xfrm>
              <a:off x="185738" y="1597477"/>
              <a:ext cx="855850" cy="15388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customer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9108AD1-701B-5D3A-5E10-A009E7A47948}"/>
              </a:ext>
            </a:extLst>
          </p:cNvPr>
          <p:cNvGrpSpPr>
            <a:grpSpLocks noChangeAspect="1"/>
          </p:cNvGrpSpPr>
          <p:nvPr/>
        </p:nvGrpSpPr>
        <p:grpSpPr>
          <a:xfrm>
            <a:off x="2379454" y="4428052"/>
            <a:ext cx="661691" cy="509899"/>
            <a:chOff x="185738" y="1114425"/>
            <a:chExt cx="855850" cy="659518"/>
          </a:xfrm>
        </p:grpSpPr>
        <p:pic>
          <p:nvPicPr>
            <p:cNvPr id="29" name="Graphic 28" descr="Female Profile outline">
              <a:extLst>
                <a:ext uri="{FF2B5EF4-FFF2-40B4-BE49-F238E27FC236}">
                  <a16:creationId xmlns:a16="http://schemas.microsoft.com/office/drawing/2014/main" id="{5374FA00-52B0-068B-924D-04A2F6FAB6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2244" y="1114425"/>
              <a:ext cx="542838" cy="54283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32E6443-3243-41B8-6934-B0D9687D4FD6}"/>
                </a:ext>
              </a:extLst>
            </p:cNvPr>
            <p:cNvSpPr txBox="1"/>
            <p:nvPr/>
          </p:nvSpPr>
          <p:spPr>
            <a:xfrm>
              <a:off x="185738" y="1574900"/>
              <a:ext cx="855850" cy="19904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CC agent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943D010-1EDA-D3DC-3EAC-2323D120ED7C}"/>
              </a:ext>
            </a:extLst>
          </p:cNvPr>
          <p:cNvCxnSpPr>
            <a:cxnSpLocks/>
            <a:stCxn id="26" idx="2"/>
            <a:endCxn id="45" idx="1"/>
          </p:cNvCxnSpPr>
          <p:nvPr/>
        </p:nvCxnSpPr>
        <p:spPr>
          <a:xfrm>
            <a:off x="516584" y="1606868"/>
            <a:ext cx="1549789" cy="736149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peech Bubble: Rectangle with Corners Rounded 37">
            <a:extLst>
              <a:ext uri="{FF2B5EF4-FFF2-40B4-BE49-F238E27FC236}">
                <a16:creationId xmlns:a16="http://schemas.microsoft.com/office/drawing/2014/main" id="{FA947D36-FD40-5031-B300-4AC437EF0BE9}"/>
              </a:ext>
            </a:extLst>
          </p:cNvPr>
          <p:cNvSpPr/>
          <p:nvPr/>
        </p:nvSpPr>
        <p:spPr>
          <a:xfrm>
            <a:off x="1200525" y="854614"/>
            <a:ext cx="1616437" cy="519621"/>
          </a:xfrm>
          <a:prstGeom prst="wedgeRoundRectCallout">
            <a:avLst>
              <a:gd name="adj1" fmla="val -55471"/>
              <a:gd name="adj2" fmla="val 132984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①外線着信で </a:t>
            </a:r>
            <a:r>
              <a:rPr lang="en-US" altLang="ja-JP" sz="900" dirty="0">
                <a:solidFill>
                  <a:srgbClr val="FFFF00"/>
                </a:solidFill>
              </a:rPr>
              <a:t>LGW </a:t>
            </a:r>
            <a:r>
              <a:rPr lang="ja-JP" altLang="en-US" sz="900" dirty="0">
                <a:solidFill>
                  <a:srgbClr val="FFFF00"/>
                </a:solidFill>
              </a:rPr>
              <a:t>からコールが入ってくる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A53568C-59CB-DBE2-0045-95C81EDE2995}"/>
              </a:ext>
            </a:extLst>
          </p:cNvPr>
          <p:cNvSpPr/>
          <p:nvPr/>
        </p:nvSpPr>
        <p:spPr>
          <a:xfrm>
            <a:off x="8221222" y="3349344"/>
            <a:ext cx="1452566" cy="3909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FINESSE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1D9628F-3150-ABFB-774B-6ACE88A63255}"/>
              </a:ext>
            </a:extLst>
          </p:cNvPr>
          <p:cNvSpPr/>
          <p:nvPr/>
        </p:nvSpPr>
        <p:spPr>
          <a:xfrm>
            <a:off x="6826288" y="1275012"/>
            <a:ext cx="4242433" cy="171410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UCCX Engine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FDFFF92-63AD-AC37-165C-A7B595D72280}"/>
              </a:ext>
            </a:extLst>
          </p:cNvPr>
          <p:cNvSpPr/>
          <p:nvPr/>
        </p:nvSpPr>
        <p:spPr>
          <a:xfrm>
            <a:off x="2066373" y="2086672"/>
            <a:ext cx="1005600" cy="512689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RoutePoint:8991901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5F6F477-6BEA-4204-4F0C-9FF78F3710E1}"/>
              </a:ext>
            </a:extLst>
          </p:cNvPr>
          <p:cNvCxnSpPr>
            <a:cxnSpLocks/>
            <a:stCxn id="89" idx="2"/>
            <a:endCxn id="29" idx="0"/>
          </p:cNvCxnSpPr>
          <p:nvPr/>
        </p:nvCxnSpPr>
        <p:spPr>
          <a:xfrm flipH="1">
            <a:off x="2710300" y="3504311"/>
            <a:ext cx="190240" cy="923741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9596926C-418A-FCDC-6082-67DFAC93D95D}"/>
              </a:ext>
            </a:extLst>
          </p:cNvPr>
          <p:cNvSpPr/>
          <p:nvPr/>
        </p:nvSpPr>
        <p:spPr>
          <a:xfrm>
            <a:off x="6629323" y="4303024"/>
            <a:ext cx="2169460" cy="1992937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Web App </a:t>
            </a:r>
            <a:r>
              <a:rPr lang="en-US" altLang="ja-JP" sz="1100" dirty="0">
                <a:solidFill>
                  <a:schemeClr val="bg1"/>
                </a:solidFill>
              </a:rPr>
              <a:t>S</a:t>
            </a:r>
            <a:r>
              <a:rPr kumimoji="1" lang="en-US" altLang="ja-JP" sz="1100" dirty="0">
                <a:solidFill>
                  <a:schemeClr val="bg1"/>
                </a:solidFill>
              </a:rPr>
              <a:t>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911557C-7571-A561-965D-464C56CA6C99}"/>
              </a:ext>
            </a:extLst>
          </p:cNvPr>
          <p:cNvSpPr/>
          <p:nvPr/>
        </p:nvSpPr>
        <p:spPr>
          <a:xfrm>
            <a:off x="6796664" y="4787118"/>
            <a:ext cx="1838637" cy="1369485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Apache Tomcat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837717A-4D12-92B6-A19D-9EA8BBC9CB9C}"/>
              </a:ext>
            </a:extLst>
          </p:cNvPr>
          <p:cNvSpPr/>
          <p:nvPr/>
        </p:nvSpPr>
        <p:spPr>
          <a:xfrm>
            <a:off x="8899261" y="4303024"/>
            <a:ext cx="2169460" cy="1992937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DB </a:t>
            </a:r>
            <a:r>
              <a:rPr lang="en-US" altLang="ja-JP" sz="1100" dirty="0">
                <a:solidFill>
                  <a:schemeClr val="bg1"/>
                </a:solidFill>
              </a:rPr>
              <a:t>S</a:t>
            </a:r>
            <a:r>
              <a:rPr kumimoji="1" lang="en-US" altLang="ja-JP" sz="1100" dirty="0">
                <a:solidFill>
                  <a:schemeClr val="bg1"/>
                </a:solidFill>
              </a:rPr>
              <a:t>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E6053AE-D304-E714-37FA-B18C2BF84A1D}"/>
              </a:ext>
            </a:extLst>
          </p:cNvPr>
          <p:cNvSpPr/>
          <p:nvPr/>
        </p:nvSpPr>
        <p:spPr>
          <a:xfrm>
            <a:off x="9066603" y="4787119"/>
            <a:ext cx="1814606" cy="42996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MS SQL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543EEC3-E2A3-A013-1AA9-C25DC868C15B}"/>
              </a:ext>
            </a:extLst>
          </p:cNvPr>
          <p:cNvSpPr/>
          <p:nvPr/>
        </p:nvSpPr>
        <p:spPr>
          <a:xfrm>
            <a:off x="6870934" y="5106888"/>
            <a:ext cx="1617570" cy="42996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Queue Statistics Collector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1CE65A1-5FBC-AFDD-67EF-DC50194C8438}"/>
              </a:ext>
            </a:extLst>
          </p:cNvPr>
          <p:cNvSpPr/>
          <p:nvPr/>
        </p:nvSpPr>
        <p:spPr>
          <a:xfrm>
            <a:off x="6870934" y="5632093"/>
            <a:ext cx="1617570" cy="4299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CRM server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7CEBAC1-6692-7431-D980-20302AA670C3}"/>
              </a:ext>
            </a:extLst>
          </p:cNvPr>
          <p:cNvGrpSpPr/>
          <p:nvPr/>
        </p:nvGrpSpPr>
        <p:grpSpPr>
          <a:xfrm>
            <a:off x="3250990" y="4365287"/>
            <a:ext cx="661691" cy="593748"/>
            <a:chOff x="4140190" y="5560307"/>
            <a:chExt cx="661691" cy="593748"/>
          </a:xfrm>
        </p:grpSpPr>
        <p:pic>
          <p:nvPicPr>
            <p:cNvPr id="61" name="Graphic 60" descr="Laptop with solid fill">
              <a:extLst>
                <a:ext uri="{FF2B5EF4-FFF2-40B4-BE49-F238E27FC236}">
                  <a16:creationId xmlns:a16="http://schemas.microsoft.com/office/drawing/2014/main" id="{B5165D3F-050B-7B6E-1875-A6952369F8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197287" y="5560307"/>
              <a:ext cx="547497" cy="547497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31E08B8-AC2F-2D74-E7F6-D41F135E2267}"/>
                </a:ext>
              </a:extLst>
            </p:cNvPr>
            <p:cNvSpPr txBox="1"/>
            <p:nvPr/>
          </p:nvSpPr>
          <p:spPr>
            <a:xfrm>
              <a:off x="4140190" y="6000167"/>
              <a:ext cx="661691" cy="15388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CTI client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sp>
        <p:nvSpPr>
          <p:cNvPr id="70" name="Speech Bubble: Rectangle with Corners Rounded 69">
            <a:extLst>
              <a:ext uri="{FF2B5EF4-FFF2-40B4-BE49-F238E27FC236}">
                <a16:creationId xmlns:a16="http://schemas.microsoft.com/office/drawing/2014/main" id="{A5095660-77BA-5538-C2DE-B61AC09C25A7}"/>
              </a:ext>
            </a:extLst>
          </p:cNvPr>
          <p:cNvSpPr/>
          <p:nvPr/>
        </p:nvSpPr>
        <p:spPr>
          <a:xfrm>
            <a:off x="4884921" y="804648"/>
            <a:ext cx="2516997" cy="519621"/>
          </a:xfrm>
          <a:prstGeom prst="wedgeRoundRectCallout">
            <a:avLst>
              <a:gd name="adj1" fmla="val -66660"/>
              <a:gd name="adj2" fmla="val 221938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②特定の番号であれば</a:t>
            </a:r>
            <a:r>
              <a:rPr lang="en-US" altLang="ja-JP" sz="900" dirty="0">
                <a:solidFill>
                  <a:srgbClr val="FFFF00"/>
                </a:solidFill>
              </a:rPr>
              <a:t>UCCX </a:t>
            </a:r>
            <a:r>
              <a:rPr lang="ja-JP" altLang="en-US" sz="900" dirty="0">
                <a:solidFill>
                  <a:srgbClr val="FFFF00"/>
                </a:solidFill>
              </a:rPr>
              <a:t>にコールが流れるようになっている</a:t>
            </a:r>
            <a:endParaRPr lang="en-US" altLang="ja-JP" sz="900" dirty="0">
              <a:solidFill>
                <a:srgbClr val="FFFF00"/>
              </a:solidFill>
            </a:endParaRPr>
          </a:p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⇒</a:t>
            </a:r>
            <a:r>
              <a:rPr lang="en-US" altLang="ja-JP" sz="900" dirty="0">
                <a:solidFill>
                  <a:srgbClr val="FFFF00"/>
                </a:solidFill>
              </a:rPr>
              <a:t>JTAPI </a:t>
            </a:r>
            <a:r>
              <a:rPr lang="ja-JP" altLang="en-US" sz="900" dirty="0">
                <a:solidFill>
                  <a:srgbClr val="FFFF00"/>
                </a:solidFill>
              </a:rPr>
              <a:t>が使われる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73EACC1-1850-0719-D00E-DB36A4ED337C}"/>
              </a:ext>
            </a:extLst>
          </p:cNvPr>
          <p:cNvSpPr/>
          <p:nvPr/>
        </p:nvSpPr>
        <p:spPr>
          <a:xfrm>
            <a:off x="7015006" y="1719312"/>
            <a:ext cx="2362693" cy="55109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Trigger </a:t>
            </a:r>
            <a:r>
              <a:rPr lang="ja-JP" altLang="en-US" sz="1100" dirty="0">
                <a:solidFill>
                  <a:schemeClr val="bg1"/>
                </a:solidFill>
              </a:rPr>
              <a:t>が</a:t>
            </a:r>
            <a:r>
              <a:rPr lang="en-US" altLang="ja-JP" sz="1100" dirty="0">
                <a:solidFill>
                  <a:schemeClr val="bg1"/>
                </a:solidFill>
              </a:rPr>
              <a:t>route point: 8991901 </a:t>
            </a:r>
            <a:r>
              <a:rPr lang="ja-JP" altLang="en-US" sz="1100" dirty="0">
                <a:solidFill>
                  <a:schemeClr val="bg1"/>
                </a:solidFill>
              </a:rPr>
              <a:t>で</a:t>
            </a:r>
            <a:r>
              <a:rPr lang="en-US" altLang="ja-JP" sz="1100" dirty="0">
                <a:solidFill>
                  <a:schemeClr val="bg1"/>
                </a:solidFill>
              </a:rPr>
              <a:t>Main IVR</a:t>
            </a:r>
            <a:r>
              <a:rPr lang="ja-JP" altLang="en-US" sz="1100" dirty="0">
                <a:solidFill>
                  <a:schemeClr val="bg1"/>
                </a:solidFill>
              </a:rPr>
              <a:t>が流れる</a:t>
            </a:r>
            <a:endParaRPr kumimoji="1" lang="ja-JP" altLang="en-US" sz="1100" dirty="0">
              <a:solidFill>
                <a:schemeClr val="bg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4AA3B7-640C-06B7-64B7-BC3B54E0EEE7}"/>
              </a:ext>
            </a:extLst>
          </p:cNvPr>
          <p:cNvSpPr/>
          <p:nvPr/>
        </p:nvSpPr>
        <p:spPr>
          <a:xfrm>
            <a:off x="7470070" y="2497445"/>
            <a:ext cx="1452566" cy="39091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CCG 2100~2119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66BF793-BC38-D1D7-D6B1-6501C1A7B39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>
            <a:off x="8196353" y="2270410"/>
            <a:ext cx="0" cy="227035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9BC3B9B-284E-D54C-8BAB-F21D6E2BDCEA}"/>
              </a:ext>
            </a:extLst>
          </p:cNvPr>
          <p:cNvCxnSpPr>
            <a:cxnSpLocks/>
            <a:stCxn id="77" idx="1"/>
            <a:endCxn id="89" idx="3"/>
          </p:cNvCxnSpPr>
          <p:nvPr/>
        </p:nvCxnSpPr>
        <p:spPr>
          <a:xfrm flipH="1">
            <a:off x="3661899" y="2692901"/>
            <a:ext cx="3808171" cy="555066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59C3188-AAD1-3088-D742-E0ADE3328146}"/>
              </a:ext>
            </a:extLst>
          </p:cNvPr>
          <p:cNvSpPr/>
          <p:nvPr/>
        </p:nvSpPr>
        <p:spPr>
          <a:xfrm>
            <a:off x="2139181" y="2991622"/>
            <a:ext cx="1522718" cy="512689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</a:rPr>
              <a:t>デバイス </a:t>
            </a:r>
            <a:r>
              <a:rPr lang="en-US" altLang="ja-JP" sz="1100" dirty="0">
                <a:solidFill>
                  <a:schemeClr val="bg1"/>
                </a:solidFill>
              </a:rPr>
              <a:t>2001</a:t>
            </a:r>
            <a:r>
              <a:rPr lang="ja-JP" altLang="en-US" sz="1100" dirty="0">
                <a:solidFill>
                  <a:schemeClr val="bg1"/>
                </a:solidFill>
              </a:rPr>
              <a:t>（内線）</a:t>
            </a:r>
            <a:endParaRPr kumimoji="1" lang="ja-JP" altLang="en-US" sz="1100" dirty="0">
              <a:solidFill>
                <a:schemeClr val="bg1"/>
              </a:solidFill>
            </a:endParaRPr>
          </a:p>
        </p:txBody>
      </p:sp>
      <p:sp>
        <p:nvSpPr>
          <p:cNvPr id="96" name="Speech Bubble: Rectangle with Corners Rounded 95">
            <a:extLst>
              <a:ext uri="{FF2B5EF4-FFF2-40B4-BE49-F238E27FC236}">
                <a16:creationId xmlns:a16="http://schemas.microsoft.com/office/drawing/2014/main" id="{8576473C-82D9-D9B3-3266-9101BC29A779}"/>
              </a:ext>
            </a:extLst>
          </p:cNvPr>
          <p:cNvSpPr/>
          <p:nvPr/>
        </p:nvSpPr>
        <p:spPr>
          <a:xfrm>
            <a:off x="9555384" y="1928950"/>
            <a:ext cx="2516997" cy="519621"/>
          </a:xfrm>
          <a:prstGeom prst="wedgeRoundRectCallout">
            <a:avLst>
              <a:gd name="adj1" fmla="val -79926"/>
              <a:gd name="adj2" fmla="val 86496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実際にはインバウンドとアウトダイヤル用で</a:t>
            </a:r>
            <a:r>
              <a:rPr lang="en-US" altLang="ja-JP" sz="900" dirty="0">
                <a:solidFill>
                  <a:srgbClr val="FFFF00"/>
                </a:solidFill>
              </a:rPr>
              <a:t>CCG(Call Control Group)</a:t>
            </a:r>
            <a:r>
              <a:rPr lang="ja-JP" altLang="en-US" sz="900" dirty="0">
                <a:solidFill>
                  <a:srgbClr val="FFFF00"/>
                </a:solidFill>
              </a:rPr>
              <a:t>は使い分ける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56734CE-6032-CC3C-2934-29F3BD432E06}"/>
              </a:ext>
            </a:extLst>
          </p:cNvPr>
          <p:cNvSpPr/>
          <p:nvPr/>
        </p:nvSpPr>
        <p:spPr>
          <a:xfrm>
            <a:off x="3993707" y="2909008"/>
            <a:ext cx="1452566" cy="487598"/>
          </a:xfrm>
          <a:prstGeom prst="rect">
            <a:avLst/>
          </a:prstGeom>
          <a:solidFill>
            <a:schemeClr val="tx1"/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CCG 8991901~ 8991910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101" name="Speech Bubble: Rectangle with Corners Rounded 100">
            <a:extLst>
              <a:ext uri="{FF2B5EF4-FFF2-40B4-BE49-F238E27FC236}">
                <a16:creationId xmlns:a16="http://schemas.microsoft.com/office/drawing/2014/main" id="{06A5987A-37F4-4AA3-AA80-E0F2CDFD8CAD}"/>
              </a:ext>
            </a:extLst>
          </p:cNvPr>
          <p:cNvSpPr/>
          <p:nvPr/>
        </p:nvSpPr>
        <p:spPr>
          <a:xfrm>
            <a:off x="9540826" y="537808"/>
            <a:ext cx="2516997" cy="519621"/>
          </a:xfrm>
          <a:prstGeom prst="wedgeRoundRectCallout">
            <a:avLst>
              <a:gd name="adj1" fmla="val -61354"/>
              <a:gd name="adj2" fmla="val 243687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顧客の要件に応じてどの </a:t>
            </a:r>
            <a:r>
              <a:rPr lang="en-US" altLang="ja-JP" sz="900" dirty="0">
                <a:solidFill>
                  <a:srgbClr val="FFFF00"/>
                </a:solidFill>
              </a:rPr>
              <a:t>CC agent </a:t>
            </a:r>
            <a:r>
              <a:rPr lang="ja-JP" altLang="en-US" sz="900" dirty="0">
                <a:solidFill>
                  <a:srgbClr val="FFFF00"/>
                </a:solidFill>
              </a:rPr>
              <a:t>に割り当てるかスクリプトを基に決める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5B422D1-5552-D7EF-D0B2-4D203C724E26}"/>
              </a:ext>
            </a:extLst>
          </p:cNvPr>
          <p:cNvCxnSpPr>
            <a:cxnSpLocks/>
          </p:cNvCxnSpPr>
          <p:nvPr/>
        </p:nvCxnSpPr>
        <p:spPr>
          <a:xfrm flipV="1">
            <a:off x="4000796" y="3407127"/>
            <a:ext cx="4195556" cy="1150701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peech Bubble: Rectangle with Corners Rounded 104">
            <a:extLst>
              <a:ext uri="{FF2B5EF4-FFF2-40B4-BE49-F238E27FC236}">
                <a16:creationId xmlns:a16="http://schemas.microsoft.com/office/drawing/2014/main" id="{E65490BB-7577-132F-C320-686C5FC974F1}"/>
              </a:ext>
            </a:extLst>
          </p:cNvPr>
          <p:cNvSpPr/>
          <p:nvPr/>
        </p:nvSpPr>
        <p:spPr>
          <a:xfrm>
            <a:off x="1991790" y="5399468"/>
            <a:ext cx="2516997" cy="519621"/>
          </a:xfrm>
          <a:prstGeom prst="wedgeRoundRectCallout">
            <a:avLst>
              <a:gd name="adj1" fmla="val 65608"/>
              <a:gd name="adj2" fmla="val -216116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デスクトップアプリケーションとして </a:t>
            </a:r>
            <a:r>
              <a:rPr lang="en-US" altLang="ja-JP" sz="900" dirty="0">
                <a:solidFill>
                  <a:srgbClr val="FFFF00"/>
                </a:solidFill>
              </a:rPr>
              <a:t>CC agent </a:t>
            </a:r>
            <a:r>
              <a:rPr lang="ja-JP" altLang="en-US" sz="900" dirty="0">
                <a:solidFill>
                  <a:srgbClr val="FFFF00"/>
                </a:solidFill>
              </a:rPr>
              <a:t>はコンタクトセンター業務を行う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848FA20-EF34-61FD-55E1-B0A37A4F2F34}"/>
              </a:ext>
            </a:extLst>
          </p:cNvPr>
          <p:cNvSpPr txBox="1"/>
          <p:nvPr/>
        </p:nvSpPr>
        <p:spPr>
          <a:xfrm>
            <a:off x="5601273" y="1901145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JTAPI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3F5A3B3-50ED-D314-72F9-B485D523FF50}"/>
              </a:ext>
            </a:extLst>
          </p:cNvPr>
          <p:cNvSpPr txBox="1"/>
          <p:nvPr/>
        </p:nvSpPr>
        <p:spPr>
          <a:xfrm>
            <a:off x="4954755" y="3906889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XMPP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C09658C4-DF3D-91FF-2497-D8B45A7E44FF}"/>
              </a:ext>
            </a:extLst>
          </p:cNvPr>
          <p:cNvCxnSpPr>
            <a:cxnSpLocks/>
            <a:stCxn id="39" idx="0"/>
            <a:endCxn id="43" idx="2"/>
          </p:cNvCxnSpPr>
          <p:nvPr/>
        </p:nvCxnSpPr>
        <p:spPr>
          <a:xfrm flipV="1">
            <a:off x="8947505" y="2989120"/>
            <a:ext cx="0" cy="360224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E302E255-CA53-A8C6-80E7-E8E2617B7574}"/>
              </a:ext>
            </a:extLst>
          </p:cNvPr>
          <p:cNvSpPr txBox="1"/>
          <p:nvPr/>
        </p:nvSpPr>
        <p:spPr>
          <a:xfrm>
            <a:off x="8739891" y="3081304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CTI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CA5DF88-0B5C-C13B-0367-8A61C89BA68E}"/>
              </a:ext>
            </a:extLst>
          </p:cNvPr>
          <p:cNvCxnSpPr>
            <a:cxnSpLocks/>
            <a:endCxn id="39" idx="1"/>
          </p:cNvCxnSpPr>
          <p:nvPr/>
        </p:nvCxnSpPr>
        <p:spPr>
          <a:xfrm flipV="1">
            <a:off x="4020400" y="3544800"/>
            <a:ext cx="4200822" cy="1182531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1C7FAFB-9737-8ECB-AF37-E7B6664EDC38}"/>
              </a:ext>
            </a:extLst>
          </p:cNvPr>
          <p:cNvSpPr txBox="1"/>
          <p:nvPr/>
        </p:nvSpPr>
        <p:spPr>
          <a:xfrm>
            <a:off x="5144613" y="4378030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HTTPS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sp>
        <p:nvSpPr>
          <p:cNvPr id="123" name="Speech Bubble: Rectangle with Corners Rounded 122">
            <a:extLst>
              <a:ext uri="{FF2B5EF4-FFF2-40B4-BE49-F238E27FC236}">
                <a16:creationId xmlns:a16="http://schemas.microsoft.com/office/drawing/2014/main" id="{AE3A7B6C-D0EE-A3D6-7626-986A36DF1DD9}"/>
              </a:ext>
            </a:extLst>
          </p:cNvPr>
          <p:cNvSpPr/>
          <p:nvPr/>
        </p:nvSpPr>
        <p:spPr>
          <a:xfrm>
            <a:off x="9734814" y="2820256"/>
            <a:ext cx="1630567" cy="439138"/>
          </a:xfrm>
          <a:prstGeom prst="wedgeRoundRectCallout">
            <a:avLst>
              <a:gd name="adj1" fmla="val -63431"/>
              <a:gd name="adj2" fmla="val 117143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Agent</a:t>
            </a:r>
            <a:r>
              <a:rPr lang="ja-JP" altLang="en-US" sz="900" dirty="0">
                <a:solidFill>
                  <a:srgbClr val="FFFF00"/>
                </a:solidFill>
              </a:rPr>
              <a:t> の空き状況を </a:t>
            </a:r>
            <a:r>
              <a:rPr lang="en-US" altLang="ja-JP" sz="900" dirty="0">
                <a:solidFill>
                  <a:srgbClr val="FFFF00"/>
                </a:solidFill>
              </a:rPr>
              <a:t>FINESSE </a:t>
            </a:r>
            <a:r>
              <a:rPr lang="ja-JP" altLang="en-US" sz="900" dirty="0">
                <a:solidFill>
                  <a:srgbClr val="FFFF00"/>
                </a:solidFill>
              </a:rPr>
              <a:t>に確認する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A7C5A0F-B933-91D1-6598-B21E7964031A}"/>
              </a:ext>
            </a:extLst>
          </p:cNvPr>
          <p:cNvCxnSpPr>
            <a:cxnSpLocks/>
            <a:stCxn id="58" idx="3"/>
            <a:endCxn id="39" idx="2"/>
          </p:cNvCxnSpPr>
          <p:nvPr/>
        </p:nvCxnSpPr>
        <p:spPr>
          <a:xfrm flipV="1">
            <a:off x="8488504" y="3740256"/>
            <a:ext cx="459001" cy="2106819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4F238FA-784D-78F0-3018-8978497E4B64}"/>
              </a:ext>
            </a:extLst>
          </p:cNvPr>
          <p:cNvSpPr txBox="1"/>
          <p:nvPr/>
        </p:nvSpPr>
        <p:spPr>
          <a:xfrm>
            <a:off x="8718004" y="4052459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XMPP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A39E7B-08CB-14FE-7334-D79EECDDD68A}"/>
              </a:ext>
            </a:extLst>
          </p:cNvPr>
          <p:cNvCxnSpPr>
            <a:cxnSpLocks/>
            <a:stCxn id="58" idx="3"/>
            <a:endCxn id="56" idx="1"/>
          </p:cNvCxnSpPr>
          <p:nvPr/>
        </p:nvCxnSpPr>
        <p:spPr>
          <a:xfrm flipV="1">
            <a:off x="8488504" y="5002101"/>
            <a:ext cx="578099" cy="844974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F0864E-AE8D-CA7E-A0A1-6518AFA4A022}"/>
              </a:ext>
            </a:extLst>
          </p:cNvPr>
          <p:cNvSpPr txBox="1"/>
          <p:nvPr/>
        </p:nvSpPr>
        <p:spPr>
          <a:xfrm>
            <a:off x="8630716" y="5404823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>
                <a:solidFill>
                  <a:schemeClr val="accent3"/>
                </a:solidFill>
                <a:latin typeface="+mn-lt"/>
                <a:ea typeface="ＭＳ Ｐゴシック" charset="0"/>
              </a:rPr>
              <a:t>SQL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2094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7D4B6-DFC4-C57C-D816-EB7D9B489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55A64-7589-D162-F49D-79AE0EC42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Lab diagram</a:t>
            </a:r>
            <a:r>
              <a:rPr lang="ja-JP" altLang="en-US" dirty="0"/>
              <a:t> </a:t>
            </a:r>
            <a:r>
              <a:rPr lang="en-US" altLang="ja-JP" dirty="0"/>
              <a:t>Cloud</a:t>
            </a:r>
            <a:endParaRPr kumimoji="1" lang="ja-JP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259310-B26A-493F-B984-35D343CDB572}"/>
              </a:ext>
            </a:extLst>
          </p:cNvPr>
          <p:cNvSpPr/>
          <p:nvPr/>
        </p:nvSpPr>
        <p:spPr>
          <a:xfrm>
            <a:off x="6407321" y="431515"/>
            <a:ext cx="5256403" cy="351449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 err="1">
                <a:solidFill>
                  <a:schemeClr val="bg1"/>
                </a:solidFill>
              </a:rPr>
              <a:t>WxCC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71D5B5B-2A34-6802-C676-060383E345FB}"/>
              </a:ext>
            </a:extLst>
          </p:cNvPr>
          <p:cNvGrpSpPr>
            <a:grpSpLocks noChangeAspect="1"/>
          </p:cNvGrpSpPr>
          <p:nvPr/>
        </p:nvGrpSpPr>
        <p:grpSpPr>
          <a:xfrm>
            <a:off x="2027192" y="4449136"/>
            <a:ext cx="661691" cy="509899"/>
            <a:chOff x="185738" y="1114425"/>
            <a:chExt cx="855850" cy="659518"/>
          </a:xfrm>
        </p:grpSpPr>
        <p:pic>
          <p:nvPicPr>
            <p:cNvPr id="29" name="Graphic 28" descr="Female Profile outline">
              <a:extLst>
                <a:ext uri="{FF2B5EF4-FFF2-40B4-BE49-F238E27FC236}">
                  <a16:creationId xmlns:a16="http://schemas.microsoft.com/office/drawing/2014/main" id="{CC656B08-8C90-7D39-8D75-BC7B985BEA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2244" y="1114425"/>
              <a:ext cx="542838" cy="54283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2BE51A-2700-D26F-384D-D19220A46B0F}"/>
                </a:ext>
              </a:extLst>
            </p:cNvPr>
            <p:cNvSpPr txBox="1"/>
            <p:nvPr/>
          </p:nvSpPr>
          <p:spPr>
            <a:xfrm>
              <a:off x="185738" y="1574900"/>
              <a:ext cx="855850" cy="19904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CC agent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3FB6D3-2794-0209-C42F-9B0175DB7EC0}"/>
              </a:ext>
            </a:extLst>
          </p:cNvPr>
          <p:cNvCxnSpPr>
            <a:cxnSpLocks/>
            <a:stCxn id="34" idx="3"/>
            <a:endCxn id="71" idx="1"/>
          </p:cNvCxnSpPr>
          <p:nvPr/>
        </p:nvCxnSpPr>
        <p:spPr>
          <a:xfrm flipV="1">
            <a:off x="4090765" y="1893948"/>
            <a:ext cx="2407607" cy="430601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ECA897A2-0487-2393-FF46-F1E6DC2A3D5B}"/>
              </a:ext>
            </a:extLst>
          </p:cNvPr>
          <p:cNvSpPr/>
          <p:nvPr/>
        </p:nvSpPr>
        <p:spPr>
          <a:xfrm>
            <a:off x="8221222" y="3349344"/>
            <a:ext cx="1452566" cy="390912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bIns="45720" rtlCol="0" anchor="t"/>
          <a:lstStyle/>
          <a:p>
            <a:pPr algn="ctr"/>
            <a:r>
              <a:rPr lang="en-US" altLang="ja-JP" sz="1100" dirty="0" err="1">
                <a:solidFill>
                  <a:schemeClr val="bg1"/>
                </a:solidFill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</a:rPr>
              <a:t> agent desktop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A83111A-D32B-C3B9-CC40-2902FFCE2E18}"/>
              </a:ext>
            </a:extLst>
          </p:cNvPr>
          <p:cNvSpPr/>
          <p:nvPr/>
        </p:nvSpPr>
        <p:spPr>
          <a:xfrm>
            <a:off x="6629323" y="4303024"/>
            <a:ext cx="2169460" cy="1992937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Web App </a:t>
            </a:r>
            <a:r>
              <a:rPr lang="en-US" altLang="ja-JP" sz="1100" dirty="0">
                <a:solidFill>
                  <a:schemeClr val="bg1"/>
                </a:solidFill>
              </a:rPr>
              <a:t>S</a:t>
            </a:r>
            <a:r>
              <a:rPr kumimoji="1" lang="en-US" altLang="ja-JP" sz="1100" dirty="0">
                <a:solidFill>
                  <a:schemeClr val="bg1"/>
                </a:solidFill>
              </a:rPr>
              <a:t>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60A937E-F6A0-DF16-9A00-284BDE9C230E}"/>
              </a:ext>
            </a:extLst>
          </p:cNvPr>
          <p:cNvSpPr/>
          <p:nvPr/>
        </p:nvSpPr>
        <p:spPr>
          <a:xfrm>
            <a:off x="6796664" y="4787118"/>
            <a:ext cx="1838637" cy="1369485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Apache Tomcat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1216E73-FEEE-B065-661A-25E2EEBF926D}"/>
              </a:ext>
            </a:extLst>
          </p:cNvPr>
          <p:cNvSpPr/>
          <p:nvPr/>
        </p:nvSpPr>
        <p:spPr>
          <a:xfrm>
            <a:off x="8899261" y="4303024"/>
            <a:ext cx="2169460" cy="1992937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DB </a:t>
            </a:r>
            <a:r>
              <a:rPr lang="en-US" altLang="ja-JP" sz="1100" dirty="0">
                <a:solidFill>
                  <a:schemeClr val="bg1"/>
                </a:solidFill>
              </a:rPr>
              <a:t>S</a:t>
            </a:r>
            <a:r>
              <a:rPr kumimoji="1" lang="en-US" altLang="ja-JP" sz="1100" dirty="0">
                <a:solidFill>
                  <a:schemeClr val="bg1"/>
                </a:solidFill>
              </a:rPr>
              <a:t>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1B3154E-D296-C808-35E6-2C3AFDFE5050}"/>
              </a:ext>
            </a:extLst>
          </p:cNvPr>
          <p:cNvSpPr/>
          <p:nvPr/>
        </p:nvSpPr>
        <p:spPr>
          <a:xfrm>
            <a:off x="9066603" y="4787119"/>
            <a:ext cx="1814606" cy="42996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MS SQL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1EFEC4-0668-5ED4-1CD2-E8C72DF75347}"/>
              </a:ext>
            </a:extLst>
          </p:cNvPr>
          <p:cNvSpPr/>
          <p:nvPr/>
        </p:nvSpPr>
        <p:spPr>
          <a:xfrm>
            <a:off x="6870934" y="5106888"/>
            <a:ext cx="1617570" cy="42996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Queue Statistics Collector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83422B2-6ADE-864B-03EA-A22FE83F9C45}"/>
              </a:ext>
            </a:extLst>
          </p:cNvPr>
          <p:cNvSpPr/>
          <p:nvPr/>
        </p:nvSpPr>
        <p:spPr>
          <a:xfrm>
            <a:off x="6870934" y="5632093"/>
            <a:ext cx="1617570" cy="42996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>
                <a:solidFill>
                  <a:schemeClr val="bg1"/>
                </a:solidFill>
              </a:rPr>
              <a:t>CRM server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9EE7481-F7ED-7D1A-8B5A-31AE9F65976E}"/>
              </a:ext>
            </a:extLst>
          </p:cNvPr>
          <p:cNvGrpSpPr/>
          <p:nvPr/>
        </p:nvGrpSpPr>
        <p:grpSpPr>
          <a:xfrm>
            <a:off x="2870172" y="3859275"/>
            <a:ext cx="1288369" cy="1288369"/>
            <a:chOff x="3779885" y="4917837"/>
            <a:chExt cx="1288369" cy="1288369"/>
          </a:xfrm>
        </p:grpSpPr>
        <p:pic>
          <p:nvPicPr>
            <p:cNvPr id="61" name="Graphic 60" descr="Laptop with solid fill">
              <a:extLst>
                <a:ext uri="{FF2B5EF4-FFF2-40B4-BE49-F238E27FC236}">
                  <a16:creationId xmlns:a16="http://schemas.microsoft.com/office/drawing/2014/main" id="{4CA519C1-F3A2-EF18-2622-07E1D7D311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885" y="4917837"/>
              <a:ext cx="1288369" cy="1288369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65C0F5A-FCB1-9D41-F0D6-9B9270C1B830}"/>
                </a:ext>
              </a:extLst>
            </p:cNvPr>
            <p:cNvSpPr txBox="1"/>
            <p:nvPr/>
          </p:nvSpPr>
          <p:spPr>
            <a:xfrm>
              <a:off x="4140190" y="6000167"/>
              <a:ext cx="661691" cy="15388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CTI client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sp>
        <p:nvSpPr>
          <p:cNvPr id="71" name="Rectangle 70">
            <a:extLst>
              <a:ext uri="{FF2B5EF4-FFF2-40B4-BE49-F238E27FC236}">
                <a16:creationId xmlns:a16="http://schemas.microsoft.com/office/drawing/2014/main" id="{3E7C3E57-6B14-0071-7EB7-D3F25E82B519}"/>
              </a:ext>
            </a:extLst>
          </p:cNvPr>
          <p:cNvSpPr/>
          <p:nvPr/>
        </p:nvSpPr>
        <p:spPr>
          <a:xfrm>
            <a:off x="6498372" y="1548549"/>
            <a:ext cx="1525955" cy="690798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ja-JP" altLang="en-US" sz="1100" dirty="0">
                <a:solidFill>
                  <a:schemeClr val="bg1"/>
                </a:solidFill>
              </a:rPr>
              <a:t>エントリポイントで電話番号指定する（＝チャネル）</a:t>
            </a:r>
            <a:endParaRPr kumimoji="1" lang="ja-JP" altLang="en-US" sz="1100" dirty="0">
              <a:solidFill>
                <a:schemeClr val="bg1"/>
              </a:solidFill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9E4BDC-A1A2-35B4-C307-CDB48A8F7CD0}"/>
              </a:ext>
            </a:extLst>
          </p:cNvPr>
          <p:cNvCxnSpPr>
            <a:cxnSpLocks/>
          </p:cNvCxnSpPr>
          <p:nvPr/>
        </p:nvCxnSpPr>
        <p:spPr>
          <a:xfrm flipV="1">
            <a:off x="4000796" y="3407127"/>
            <a:ext cx="4195556" cy="1150701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peech Bubble: Rectangle with Corners Rounded 104">
            <a:extLst>
              <a:ext uri="{FF2B5EF4-FFF2-40B4-BE49-F238E27FC236}">
                <a16:creationId xmlns:a16="http://schemas.microsoft.com/office/drawing/2014/main" id="{A6141CCF-A14D-CC5C-52FD-3C3C90FE61D6}"/>
              </a:ext>
            </a:extLst>
          </p:cNvPr>
          <p:cNvSpPr/>
          <p:nvPr/>
        </p:nvSpPr>
        <p:spPr>
          <a:xfrm>
            <a:off x="1991790" y="5399468"/>
            <a:ext cx="2516997" cy="519621"/>
          </a:xfrm>
          <a:prstGeom prst="wedgeRoundRectCallout">
            <a:avLst>
              <a:gd name="adj1" fmla="val 65608"/>
              <a:gd name="adj2" fmla="val -216116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デスクトップアプリケーションとして </a:t>
            </a:r>
            <a:r>
              <a:rPr lang="en-US" altLang="ja-JP" sz="900" dirty="0">
                <a:solidFill>
                  <a:srgbClr val="FFFF00"/>
                </a:solidFill>
              </a:rPr>
              <a:t>CC agent </a:t>
            </a:r>
            <a:r>
              <a:rPr lang="ja-JP" altLang="en-US" sz="900" dirty="0">
                <a:solidFill>
                  <a:srgbClr val="FFFF00"/>
                </a:solidFill>
              </a:rPr>
              <a:t>はコンタクトセンター業務を行う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DDE7B3A4-5E88-6A72-58F0-862ED1F9DBB7}"/>
              </a:ext>
            </a:extLst>
          </p:cNvPr>
          <p:cNvCxnSpPr>
            <a:cxnSpLocks/>
            <a:stCxn id="39" idx="0"/>
            <a:endCxn id="71" idx="2"/>
          </p:cNvCxnSpPr>
          <p:nvPr/>
        </p:nvCxnSpPr>
        <p:spPr>
          <a:xfrm flipH="1" flipV="1">
            <a:off x="7261350" y="2239347"/>
            <a:ext cx="1686155" cy="1109997"/>
          </a:xfrm>
          <a:prstGeom prst="line">
            <a:avLst/>
          </a:prstGeom>
          <a:ln w="19050">
            <a:solidFill>
              <a:schemeClr val="bg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BB327856-34F6-D86C-3A07-EFFEA544733D}"/>
              </a:ext>
            </a:extLst>
          </p:cNvPr>
          <p:cNvSpPr txBox="1"/>
          <p:nvPr/>
        </p:nvSpPr>
        <p:spPr>
          <a:xfrm>
            <a:off x="8739891" y="3081304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CTI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8FBD4B23-563B-3559-F5F9-0183822B5BE2}"/>
              </a:ext>
            </a:extLst>
          </p:cNvPr>
          <p:cNvCxnSpPr>
            <a:cxnSpLocks/>
            <a:endCxn id="39" idx="1"/>
          </p:cNvCxnSpPr>
          <p:nvPr/>
        </p:nvCxnSpPr>
        <p:spPr>
          <a:xfrm flipV="1">
            <a:off x="4020400" y="3544800"/>
            <a:ext cx="4200822" cy="1182531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761F610-70EF-84F0-F57A-C5FA83072B4C}"/>
              </a:ext>
            </a:extLst>
          </p:cNvPr>
          <p:cNvSpPr txBox="1"/>
          <p:nvPr/>
        </p:nvSpPr>
        <p:spPr>
          <a:xfrm>
            <a:off x="5144613" y="4378030"/>
            <a:ext cx="800935" cy="16927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accent3"/>
                </a:solidFill>
                <a:latin typeface="+mn-lt"/>
                <a:ea typeface="ＭＳ Ｐゴシック" charset="0"/>
              </a:rPr>
              <a:t>HTTPS</a:t>
            </a:r>
            <a:endParaRPr kumimoji="1" lang="ja-JP" altLang="en-US" sz="1100" kern="1200" dirty="0" err="1">
              <a:solidFill>
                <a:schemeClr val="accent3"/>
              </a:solidFill>
              <a:latin typeface="+mn-lt"/>
              <a:ea typeface="ＭＳ Ｐゴシック" charset="0"/>
            </a:endParaRPr>
          </a:p>
        </p:txBody>
      </p:sp>
      <p:sp>
        <p:nvSpPr>
          <p:cNvPr id="123" name="Speech Bubble: Rectangle with Corners Rounded 122">
            <a:extLst>
              <a:ext uri="{FF2B5EF4-FFF2-40B4-BE49-F238E27FC236}">
                <a16:creationId xmlns:a16="http://schemas.microsoft.com/office/drawing/2014/main" id="{19D0D420-4CB1-9BDF-44AE-A60164638993}"/>
              </a:ext>
            </a:extLst>
          </p:cNvPr>
          <p:cNvSpPr/>
          <p:nvPr/>
        </p:nvSpPr>
        <p:spPr>
          <a:xfrm>
            <a:off x="9734814" y="2820256"/>
            <a:ext cx="1928910" cy="439138"/>
          </a:xfrm>
          <a:prstGeom prst="wedgeRoundRectCallout">
            <a:avLst>
              <a:gd name="adj1" fmla="val -63431"/>
              <a:gd name="adj2" fmla="val 117143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>
                <a:solidFill>
                  <a:srgbClr val="FFFF00"/>
                </a:solidFill>
              </a:rPr>
              <a:t>Agent</a:t>
            </a:r>
            <a:r>
              <a:rPr lang="ja-JP" altLang="en-US" sz="900" dirty="0">
                <a:solidFill>
                  <a:srgbClr val="FFFF00"/>
                </a:solidFill>
              </a:rPr>
              <a:t> の空き状況を </a:t>
            </a:r>
            <a:r>
              <a:rPr lang="en-US" altLang="ja-JP" sz="900" dirty="0" err="1">
                <a:solidFill>
                  <a:srgbClr val="FFFF00"/>
                </a:solidFill>
              </a:rPr>
              <a:t>WxCC</a:t>
            </a:r>
            <a:r>
              <a:rPr lang="en-US" altLang="ja-JP" sz="900" dirty="0">
                <a:solidFill>
                  <a:srgbClr val="FFFF00"/>
                </a:solidFill>
              </a:rPr>
              <a:t> agent desktop </a:t>
            </a:r>
            <a:r>
              <a:rPr lang="ja-JP" altLang="en-US" sz="900" dirty="0">
                <a:solidFill>
                  <a:srgbClr val="FFFF00"/>
                </a:solidFill>
              </a:rPr>
              <a:t>に確認する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6641C3-84D5-9988-9B13-89FFAC13CF97}"/>
              </a:ext>
            </a:extLst>
          </p:cNvPr>
          <p:cNvSpPr/>
          <p:nvPr/>
        </p:nvSpPr>
        <p:spPr>
          <a:xfrm>
            <a:off x="1739802" y="1606868"/>
            <a:ext cx="3775146" cy="2025615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kumimoji="1" lang="en-US" altLang="ja-JP" sz="1100" dirty="0" err="1">
                <a:solidFill>
                  <a:schemeClr val="bg1"/>
                </a:solidFill>
              </a:rPr>
              <a:t>WxC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17ADE2-5EA0-F783-41A9-1B2B450C3964}"/>
              </a:ext>
            </a:extLst>
          </p:cNvPr>
          <p:cNvSpPr/>
          <p:nvPr/>
        </p:nvSpPr>
        <p:spPr>
          <a:xfrm>
            <a:off x="8798783" y="941959"/>
            <a:ext cx="1837563" cy="513539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ja-JP" altLang="en-US" sz="1100" dirty="0">
                <a:solidFill>
                  <a:schemeClr val="bg1"/>
                </a:solidFill>
              </a:rPr>
              <a:t>ルーティングフロー確認</a:t>
            </a:r>
            <a:endParaRPr lang="en-US" altLang="ja-JP" sz="1100" dirty="0">
              <a:solidFill>
                <a:schemeClr val="bg1"/>
              </a:solidFill>
            </a:endParaRPr>
          </a:p>
          <a:p>
            <a:pPr algn="ctr"/>
            <a:r>
              <a:rPr lang="ja-JP" altLang="en-US" sz="1100" dirty="0">
                <a:solidFill>
                  <a:schemeClr val="bg1"/>
                </a:solidFill>
              </a:rPr>
              <a:t>（＝</a:t>
            </a:r>
            <a:r>
              <a:rPr lang="en-US" altLang="ja-JP" sz="1100" dirty="0">
                <a:solidFill>
                  <a:schemeClr val="bg1"/>
                </a:solidFill>
              </a:rPr>
              <a:t>Flow Designer</a:t>
            </a:r>
            <a:r>
              <a:rPr lang="ja-JP" altLang="en-US" sz="1100" dirty="0">
                <a:solidFill>
                  <a:schemeClr val="bg1"/>
                </a:solidFill>
              </a:rPr>
              <a:t>）</a:t>
            </a:r>
            <a:endParaRPr kumimoji="1" lang="ja-JP" altLang="en-US" sz="1100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BDFF8A7-5C9B-E1BF-8931-89CCD65EBD11}"/>
              </a:ext>
            </a:extLst>
          </p:cNvPr>
          <p:cNvCxnSpPr>
            <a:cxnSpLocks/>
            <a:stCxn id="71" idx="3"/>
            <a:endCxn id="9" idx="1"/>
          </p:cNvCxnSpPr>
          <p:nvPr/>
        </p:nvCxnSpPr>
        <p:spPr>
          <a:xfrm flipV="1">
            <a:off x="8024327" y="1198729"/>
            <a:ext cx="774456" cy="695219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CAC4F30-0E87-8AFC-2D02-98F47D7F88E5}"/>
              </a:ext>
            </a:extLst>
          </p:cNvPr>
          <p:cNvGrpSpPr>
            <a:grpSpLocks noChangeAspect="1"/>
          </p:cNvGrpSpPr>
          <p:nvPr/>
        </p:nvGrpSpPr>
        <p:grpSpPr>
          <a:xfrm>
            <a:off x="185738" y="1114425"/>
            <a:ext cx="661691" cy="492443"/>
            <a:chOff x="185738" y="1114425"/>
            <a:chExt cx="855850" cy="636940"/>
          </a:xfrm>
        </p:grpSpPr>
        <p:pic>
          <p:nvPicPr>
            <p:cNvPr id="25" name="Graphic 24" descr="Female Profile outline">
              <a:extLst>
                <a:ext uri="{FF2B5EF4-FFF2-40B4-BE49-F238E27FC236}">
                  <a16:creationId xmlns:a16="http://schemas.microsoft.com/office/drawing/2014/main" id="{17BBFB8B-E000-ADC3-0AEE-E819D2E3B5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2244" y="1114425"/>
              <a:ext cx="542838" cy="542838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8406962-A394-9A9E-4ECB-432EA172B792}"/>
                </a:ext>
              </a:extLst>
            </p:cNvPr>
            <p:cNvSpPr txBox="1"/>
            <p:nvPr/>
          </p:nvSpPr>
          <p:spPr>
            <a:xfrm>
              <a:off x="185738" y="1597477"/>
              <a:ext cx="855850" cy="15388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 defTabSz="912276" rtl="0" eaLnBrk="1" fontAlgn="base" hangingPunct="1">
                <a:lnSpc>
                  <a:spcPct val="100000"/>
                </a:lnSpc>
                <a:spcBef>
                  <a:spcPts val="0"/>
                </a:spcBef>
                <a:spcAft>
                  <a:spcPts val="1000"/>
                </a:spcAft>
                <a:buClr>
                  <a:schemeClr val="bg1"/>
                </a:buClr>
                <a:buSzPct val="100000"/>
              </a:pPr>
              <a:r>
                <a:rPr kumimoji="1" lang="en-US" altLang="ja-JP" sz="1000" kern="1200" dirty="0">
                  <a:solidFill>
                    <a:schemeClr val="bg1"/>
                  </a:solidFill>
                  <a:latin typeface="+mn-lt"/>
                  <a:ea typeface="ＭＳ Ｐゴシック" charset="0"/>
                </a:rPr>
                <a:t>customer</a:t>
              </a:r>
              <a:endParaRPr kumimoji="1" lang="ja-JP" altLang="en-US" sz="1000" kern="1200" dirty="0" err="1">
                <a:solidFill>
                  <a:schemeClr val="bg1"/>
                </a:solidFill>
                <a:latin typeface="+mn-lt"/>
                <a:ea typeface="ＭＳ Ｐゴシック" charset="0"/>
              </a:endParaRPr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796F24-91C7-23F5-7032-0CBB666ABBD2}"/>
              </a:ext>
            </a:extLst>
          </p:cNvPr>
          <p:cNvCxnSpPr>
            <a:cxnSpLocks/>
            <a:stCxn id="30" idx="2"/>
            <a:endCxn id="34" idx="1"/>
          </p:cNvCxnSpPr>
          <p:nvPr/>
        </p:nvCxnSpPr>
        <p:spPr>
          <a:xfrm>
            <a:off x="516584" y="1606868"/>
            <a:ext cx="2568581" cy="717681"/>
          </a:xfrm>
          <a:prstGeom prst="line">
            <a:avLst/>
          </a:prstGeom>
          <a:ln w="19050">
            <a:solidFill>
              <a:schemeClr val="bg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9D323DA4-8791-8566-ADC2-6077407D12EE}"/>
              </a:ext>
            </a:extLst>
          </p:cNvPr>
          <p:cNvSpPr/>
          <p:nvPr/>
        </p:nvSpPr>
        <p:spPr>
          <a:xfrm>
            <a:off x="3085165" y="2068204"/>
            <a:ext cx="1005600" cy="512689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t"/>
          <a:lstStyle/>
          <a:p>
            <a:pPr algn="ctr"/>
            <a:r>
              <a:rPr lang="en-US" altLang="ja-JP" sz="1100" dirty="0">
                <a:solidFill>
                  <a:schemeClr val="bg1"/>
                </a:solidFill>
              </a:rPr>
              <a:t>CC RTMS</a:t>
            </a:r>
            <a:br>
              <a:rPr lang="en-US" altLang="ja-JP" sz="1100" dirty="0">
                <a:solidFill>
                  <a:schemeClr val="bg1"/>
                </a:solidFill>
              </a:rPr>
            </a:br>
            <a:r>
              <a:rPr lang="en-US" altLang="ja-JP" sz="1100" dirty="0">
                <a:solidFill>
                  <a:schemeClr val="bg1"/>
                </a:solidFill>
              </a:rPr>
              <a:t>5000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C627B1E6-A3B2-84A7-004E-FD9B2B9AA503}"/>
              </a:ext>
            </a:extLst>
          </p:cNvPr>
          <p:cNvSpPr/>
          <p:nvPr/>
        </p:nvSpPr>
        <p:spPr>
          <a:xfrm>
            <a:off x="4102734" y="681523"/>
            <a:ext cx="2222254" cy="656755"/>
          </a:xfrm>
          <a:prstGeom prst="wedgeRoundRectCallout">
            <a:avLst>
              <a:gd name="adj1" fmla="val -44242"/>
              <a:gd name="adj2" fmla="val 173666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en-US" altLang="ja-JP" sz="900" dirty="0" err="1">
                <a:solidFill>
                  <a:srgbClr val="FFFF00"/>
                </a:solidFill>
              </a:rPr>
              <a:t>WxCC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エントリポイント作成時点で </a:t>
            </a:r>
            <a:r>
              <a:rPr lang="en-US" altLang="ja-JP" sz="900" dirty="0" err="1">
                <a:solidFill>
                  <a:srgbClr val="FFFF00"/>
                </a:solidFill>
              </a:rPr>
              <a:t>WxC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の番号も「</a:t>
            </a:r>
            <a:r>
              <a:rPr lang="en-US" altLang="ja-JP" sz="900" dirty="0">
                <a:solidFill>
                  <a:srgbClr val="FFFF00"/>
                </a:solidFill>
              </a:rPr>
              <a:t>Contact Center RTMS</a:t>
            </a:r>
            <a:r>
              <a:rPr lang="ja-JP" altLang="en-US" sz="900" dirty="0">
                <a:solidFill>
                  <a:srgbClr val="FFFF00"/>
                </a:solidFill>
              </a:rPr>
              <a:t>」として作成される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41" name="Speech Bubble: Rectangle with Corners Rounded 40">
            <a:extLst>
              <a:ext uri="{FF2B5EF4-FFF2-40B4-BE49-F238E27FC236}">
                <a16:creationId xmlns:a16="http://schemas.microsoft.com/office/drawing/2014/main" id="{D002F973-42DA-94FB-2E51-B00C2CFB36E3}"/>
              </a:ext>
            </a:extLst>
          </p:cNvPr>
          <p:cNvSpPr/>
          <p:nvPr/>
        </p:nvSpPr>
        <p:spPr>
          <a:xfrm>
            <a:off x="1314637" y="860455"/>
            <a:ext cx="1616437" cy="519621"/>
          </a:xfrm>
          <a:prstGeom prst="wedgeRoundRectCallout">
            <a:avLst>
              <a:gd name="adj1" fmla="val -55471"/>
              <a:gd name="adj2" fmla="val 132984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lang="ja-JP" altLang="en-US" sz="900" dirty="0">
                <a:solidFill>
                  <a:srgbClr val="FFFF00"/>
                </a:solidFill>
              </a:rPr>
              <a:t>①外線着信で </a:t>
            </a:r>
            <a:r>
              <a:rPr lang="en-US" altLang="ja-JP" sz="900" dirty="0">
                <a:solidFill>
                  <a:srgbClr val="FFFF00"/>
                </a:solidFill>
              </a:rPr>
              <a:t>LGW </a:t>
            </a:r>
            <a:r>
              <a:rPr lang="ja-JP" altLang="en-US" sz="900" dirty="0">
                <a:solidFill>
                  <a:srgbClr val="FFFF00"/>
                </a:solidFill>
              </a:rPr>
              <a:t>からコールが入ってくる</a:t>
            </a:r>
            <a:endParaRPr lang="en-US" altLang="ja-JP" sz="900" dirty="0">
              <a:solidFill>
                <a:srgbClr val="FFFF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471B66-6447-BC36-7267-992546F31AD5}"/>
              </a:ext>
            </a:extLst>
          </p:cNvPr>
          <p:cNvSpPr/>
          <p:nvPr/>
        </p:nvSpPr>
        <p:spPr>
          <a:xfrm>
            <a:off x="3124194" y="4308943"/>
            <a:ext cx="795728" cy="296594"/>
          </a:xfrm>
          <a:prstGeom prst="rect">
            <a:avLst/>
          </a:prstGeom>
          <a:noFill/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bIns="45720" rtlCol="0" anchor="t"/>
          <a:lstStyle/>
          <a:p>
            <a:pPr algn="ctr"/>
            <a:r>
              <a:rPr kumimoji="1" lang="en-US" altLang="ja-JP" sz="1100" dirty="0" err="1">
                <a:solidFill>
                  <a:schemeClr val="bg1"/>
                </a:solidFill>
              </a:rPr>
              <a:t>WxApp</a:t>
            </a:r>
            <a:endParaRPr kumimoji="1" lang="ja-JP" altLang="en-US" sz="11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484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6950BFC3-D8DA-4A85-94F7-54DA5524770B}">
      <p188:commentRel xmlns:p188="http://schemas.microsoft.com/office/powerpoint/2018/8/main" r:id="rId2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323A5-7810-7EBC-131B-92369BC3D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4E7DE-3647-77FC-670A-7BAD8717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CUCM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72127B-7649-7D60-0677-91BDE5B44C3A}"/>
              </a:ext>
            </a:extLst>
          </p:cNvPr>
          <p:cNvSpPr txBox="1"/>
          <p:nvPr/>
        </p:nvSpPr>
        <p:spPr>
          <a:xfrm>
            <a:off x="375385" y="996215"/>
            <a:ext cx="11816615" cy="46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AD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連携でユーザの取り込み</a:t>
            </a:r>
            <a:endParaRPr kumimoji="1" lang="en-US" altLang="ja-JP" sz="1100" kern="12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用電話端末登録</a:t>
            </a:r>
            <a:endParaRPr kumimoji="1" lang="ja-JP" altLang="en-US" sz="1100" kern="12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29414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ABE4-E1C0-8C35-DDAD-AF00AA65D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UCCX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70048F-83A8-1347-D1B2-3F835838DBEE}"/>
              </a:ext>
            </a:extLst>
          </p:cNvPr>
          <p:cNvSpPr txBox="1"/>
          <p:nvPr/>
        </p:nvSpPr>
        <p:spPr>
          <a:xfrm>
            <a:off x="375385" y="996215"/>
            <a:ext cx="11816615" cy="52270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1. System &gt; Cisco Unified CM Configuration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AXL Service Provider Configuration.[Cisco Unified CM Version is : 15.0.1.11900(23)]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Unified CM Telephony Subsystem - Unified CM Telephony Provider Configuration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 err="1">
                <a:solidFill>
                  <a:schemeClr val="bg1"/>
                </a:solidFill>
                <a:latin typeface="+mn-ea"/>
              </a:rPr>
              <a:t>RmCm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 Subsystem - </a:t>
            </a:r>
            <a:r>
              <a:rPr kumimoji="1" lang="en-US" altLang="ja-JP" sz="1100" kern="1200" dirty="0" err="1">
                <a:solidFill>
                  <a:schemeClr val="bg1"/>
                </a:solidFill>
                <a:latin typeface="+mn-ea"/>
              </a:rPr>
              <a:t>RmCm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 Provider Configuration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=&gt; CUCM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と 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UCCX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の連携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			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2. Applications &gt; Application Management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SSCRIPT[</a:t>
            </a:r>
            <a:r>
              <a:rPr kumimoji="1" lang="en-US" altLang="ja-JP" sz="1100" kern="1200" dirty="0" err="1">
                <a:solidFill>
                  <a:schemeClr val="bg1"/>
                </a:solidFill>
                <a:latin typeface="+mn-ea"/>
              </a:rPr>
              <a:t>aa.aef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]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（オートアテンダント。試しにいれただけ）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Trigger &gt; Unified CM Telephony Trigger: 2050 (CUCM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の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CTI RP)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=&gt;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コールごとに処理するスクリプトを決める 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IVR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endParaRPr kumimoji="1" lang="en-US" altLang="ja-JP" sz="1100" kern="1200" dirty="0">
              <a:solidFill>
                <a:schemeClr val="bg1"/>
              </a:solidFill>
              <a:latin typeface="+mn-ea"/>
            </a:endParaRP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3. Subsystems &gt; Cisco Unified CM Telephony &gt; Call Control Group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CCG (CUCM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の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CTI Port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）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=&gt;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音声処理用リソース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endParaRPr kumimoji="1" lang="ja-JP" altLang="en-US" sz="1100" kern="1200" dirty="0">
              <a:solidFill>
                <a:schemeClr val="bg1"/>
              </a:solidFill>
              <a:latin typeface="+mn-ea"/>
            </a:endParaRP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4. Subsystems &gt; </a:t>
            </a:r>
            <a:r>
              <a:rPr kumimoji="1" lang="en-US" altLang="ja-JP" sz="1100" kern="1200" dirty="0" err="1">
                <a:solidFill>
                  <a:schemeClr val="bg1"/>
                </a:solidFill>
                <a:latin typeface="+mn-ea"/>
              </a:rPr>
              <a:t>RmCm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 &gt; Resources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・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CUCM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で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IPCC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に関連付けたエンドユーザがリソースとして表示される</a:t>
            </a: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=&gt;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エージェントの割り当て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AB7F-59A9-0C9E-1F03-B01FCA71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830" y="73544"/>
            <a:ext cx="3658507" cy="215155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7EFE29-634A-254E-D9DA-BCEF468A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706" y="2375642"/>
            <a:ext cx="3200572" cy="182767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F932CA-26D4-5D57-B7EA-46704265A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68" y="3101642"/>
            <a:ext cx="3717316" cy="229658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66EB55-4571-B385-1654-785D117113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3319" y="5497286"/>
            <a:ext cx="5872509" cy="128717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894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DA7DF-AD34-313F-A8F0-7BA0B929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DCAA6-0E9B-962A-102A-35616A7BC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Lab diagram Cloud</a:t>
            </a:r>
            <a:endParaRPr kumimoji="1" lang="ja-JP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52FDDC-2F78-CB69-F4C5-AEBFEA885AA7}"/>
              </a:ext>
            </a:extLst>
          </p:cNvPr>
          <p:cNvSpPr/>
          <p:nvPr/>
        </p:nvSpPr>
        <p:spPr>
          <a:xfrm>
            <a:off x="10192779" y="1841766"/>
            <a:ext cx="1457527" cy="5787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 err="1">
                <a:solidFill>
                  <a:schemeClr val="bg1"/>
                </a:solidFill>
              </a:rPr>
              <a:t>WxCC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06FB5F-6B87-EAC5-6D81-3D537B27C4F9}"/>
              </a:ext>
            </a:extLst>
          </p:cNvPr>
          <p:cNvSpPr/>
          <p:nvPr/>
        </p:nvSpPr>
        <p:spPr>
          <a:xfrm>
            <a:off x="7050204" y="1841766"/>
            <a:ext cx="1457527" cy="5787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 err="1">
                <a:solidFill>
                  <a:schemeClr val="bg1"/>
                </a:solidFill>
              </a:rPr>
              <a:t>WxC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9BEB7F2-9309-A0D6-8433-0CB28CB7F92B}"/>
              </a:ext>
            </a:extLst>
          </p:cNvPr>
          <p:cNvSpPr/>
          <p:nvPr/>
        </p:nvSpPr>
        <p:spPr>
          <a:xfrm>
            <a:off x="553680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04BD7EC-3704-4BC6-4495-F77EC3ED4FCF}"/>
              </a:ext>
            </a:extLst>
          </p:cNvPr>
          <p:cNvSpPr/>
          <p:nvPr/>
        </p:nvSpPr>
        <p:spPr>
          <a:xfrm>
            <a:off x="795860" y="5178800"/>
            <a:ext cx="1395919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customer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FBA77D-FEC7-25B4-7DD7-31F121AFA13B}"/>
              </a:ext>
            </a:extLst>
          </p:cNvPr>
          <p:cNvSpPr/>
          <p:nvPr/>
        </p:nvSpPr>
        <p:spPr>
          <a:xfrm>
            <a:off x="765056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PSTN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A8A239-D48B-78A1-2D64-58C2CC3B53BE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1493820" y="2420562"/>
            <a:ext cx="0" cy="275823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E05F0A8-5A60-A8DF-F5F4-8831A72DF0A9}"/>
              </a:ext>
            </a:extLst>
          </p:cNvPr>
          <p:cNvSpPr/>
          <p:nvPr/>
        </p:nvSpPr>
        <p:spPr>
          <a:xfrm>
            <a:off x="3907630" y="1841766"/>
            <a:ext cx="1457527" cy="5787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875"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LGW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F97F343-76A6-54D6-FDB7-0B429BE9BD56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222583" y="2131164"/>
            <a:ext cx="168504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D9BE21D-5A63-592F-4884-EC14569FFE8A}"/>
              </a:ext>
            </a:extLst>
          </p:cNvPr>
          <p:cNvCxnSpPr>
            <a:cxnSpLocks/>
            <a:stCxn id="12" idx="3"/>
            <a:endCxn id="5" idx="1"/>
          </p:cNvCxnSpPr>
          <p:nvPr/>
        </p:nvCxnSpPr>
        <p:spPr>
          <a:xfrm>
            <a:off x="5365157" y="2131164"/>
            <a:ext cx="1685047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BCF4C61-CB8E-2BFF-ECB8-46EC9A4B6DA0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6146092" y="2420562"/>
            <a:ext cx="1632876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B95FD3D-1724-B682-DA66-232C195D5E0B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8507731" y="2131164"/>
            <a:ext cx="168504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peech Bubble: Rectangle with Corners Rounded 35">
            <a:extLst>
              <a:ext uri="{FF2B5EF4-FFF2-40B4-BE49-F238E27FC236}">
                <a16:creationId xmlns:a16="http://schemas.microsoft.com/office/drawing/2014/main" id="{57753E9F-6634-A41A-9B6E-9B77B4749502}"/>
              </a:ext>
            </a:extLst>
          </p:cNvPr>
          <p:cNvSpPr/>
          <p:nvPr/>
        </p:nvSpPr>
        <p:spPr>
          <a:xfrm>
            <a:off x="795860" y="1062328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Customer </a:t>
            </a:r>
            <a:r>
              <a:rPr kumimoji="1" lang="ja-JP" altLang="en-US" sz="900" dirty="0">
                <a:solidFill>
                  <a:srgbClr val="FFFF00"/>
                </a:solidFill>
              </a:rPr>
              <a:t>から外線着信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EFD3666-D2B2-FDE5-ED3F-E6058AD58E80}"/>
              </a:ext>
            </a:extLst>
          </p:cNvPr>
          <p:cNvSpPr/>
          <p:nvPr/>
        </p:nvSpPr>
        <p:spPr>
          <a:xfrm>
            <a:off x="3907630" y="1077125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ja-JP" altLang="en-US" sz="900" dirty="0">
                <a:solidFill>
                  <a:srgbClr val="FFFF00"/>
                </a:solidFill>
              </a:rPr>
              <a:t>外線コールは</a:t>
            </a:r>
            <a:r>
              <a:rPr kumimoji="1" lang="en-US" altLang="ja-JP" sz="900" dirty="0">
                <a:solidFill>
                  <a:srgbClr val="FFFF00"/>
                </a:solidFill>
              </a:rPr>
              <a:t>LGW</a:t>
            </a:r>
            <a:r>
              <a:rPr kumimoji="1" lang="ja-JP" altLang="en-US" sz="900" dirty="0">
                <a:solidFill>
                  <a:srgbClr val="FFFF00"/>
                </a:solidFill>
              </a:rPr>
              <a:t>に着信し、</a:t>
            </a:r>
            <a:r>
              <a:rPr kumimoji="1" lang="en-US" altLang="ja-JP" sz="900" dirty="0" err="1">
                <a:solidFill>
                  <a:srgbClr val="FFFF00"/>
                </a:solidFill>
              </a:rPr>
              <a:t>WxC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に渡す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A129DD26-7CE8-3474-7492-D93FB8A4966A}"/>
              </a:ext>
            </a:extLst>
          </p:cNvPr>
          <p:cNvSpPr/>
          <p:nvPr/>
        </p:nvSpPr>
        <p:spPr>
          <a:xfrm>
            <a:off x="7019400" y="1062679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CC </a:t>
            </a:r>
            <a:r>
              <a:rPr kumimoji="1" lang="ja-JP" altLang="en-US" sz="900" dirty="0">
                <a:solidFill>
                  <a:srgbClr val="FFFF00"/>
                </a:solidFill>
              </a:rPr>
              <a:t>宛に着信したコールは </a:t>
            </a:r>
            <a:r>
              <a:rPr kumimoji="1" lang="en-US" altLang="ja-JP" sz="900" dirty="0" err="1">
                <a:solidFill>
                  <a:srgbClr val="FFFF00"/>
                </a:solidFill>
              </a:rPr>
              <a:t>WxCC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に渡す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374D9C0-A245-5C7C-C9FB-077273F14D77}"/>
              </a:ext>
            </a:extLst>
          </p:cNvPr>
          <p:cNvSpPr/>
          <p:nvPr/>
        </p:nvSpPr>
        <p:spPr>
          <a:xfrm>
            <a:off x="10192779" y="1062328"/>
            <a:ext cx="1616437" cy="519621"/>
          </a:xfrm>
          <a:prstGeom prst="wedgeRoundRectCallout">
            <a:avLst>
              <a:gd name="adj1" fmla="val -45152"/>
              <a:gd name="adj2" fmla="val 11869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>
                <a:solidFill>
                  <a:srgbClr val="FFFF00"/>
                </a:solidFill>
              </a:rPr>
              <a:t>CC agen</a:t>
            </a:r>
            <a:r>
              <a:rPr lang="en-US" altLang="ja-JP" sz="900" dirty="0">
                <a:solidFill>
                  <a:srgbClr val="FFFF00"/>
                </a:solidFill>
              </a:rPr>
              <a:t>t </a:t>
            </a:r>
            <a:r>
              <a:rPr lang="ja-JP" altLang="en-US" sz="900" dirty="0">
                <a:solidFill>
                  <a:srgbClr val="FFFF00"/>
                </a:solidFill>
              </a:rPr>
              <a:t>を割り振って、</a:t>
            </a:r>
            <a:r>
              <a:rPr lang="en-US" altLang="ja-JP" sz="900" dirty="0" err="1">
                <a:solidFill>
                  <a:srgbClr val="FFFF00"/>
                </a:solidFill>
              </a:rPr>
              <a:t>WxC</a:t>
            </a:r>
            <a:r>
              <a:rPr lang="en-US" altLang="ja-JP" sz="900" dirty="0">
                <a:solidFill>
                  <a:srgbClr val="FFFF00"/>
                </a:solidFill>
              </a:rPr>
              <a:t> </a:t>
            </a:r>
            <a:r>
              <a:rPr lang="ja-JP" altLang="en-US" sz="900" dirty="0">
                <a:solidFill>
                  <a:srgbClr val="FFFF00"/>
                </a:solidFill>
              </a:rPr>
              <a:t>に対してその </a:t>
            </a:r>
            <a:r>
              <a:rPr lang="en-US" altLang="ja-JP" sz="900" dirty="0">
                <a:solidFill>
                  <a:srgbClr val="FFFF00"/>
                </a:solidFill>
              </a:rPr>
              <a:t>agent </a:t>
            </a:r>
            <a:r>
              <a:rPr lang="ja-JP" altLang="en-US" sz="900" dirty="0">
                <a:solidFill>
                  <a:srgbClr val="FFFF00"/>
                </a:solidFill>
              </a:rPr>
              <a:t>を呼び出させる</a:t>
            </a:r>
            <a:endParaRPr kumimoji="1" lang="ja-JP" altLang="en-US" sz="900" dirty="0">
              <a:solidFill>
                <a:srgbClr val="FFFF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BECF207-77C5-6B9F-36DF-3A5A27D317F9}"/>
              </a:ext>
            </a:extLst>
          </p:cNvPr>
          <p:cNvSpPr/>
          <p:nvPr/>
        </p:nvSpPr>
        <p:spPr>
          <a:xfrm>
            <a:off x="715943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1AF5DA-E850-9C94-24D3-23A15BF7CA1D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 flipH="1">
            <a:off x="7768722" y="2420562"/>
            <a:ext cx="10246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F9EAB5C-0845-D203-E032-048599575FA7}"/>
              </a:ext>
            </a:extLst>
          </p:cNvPr>
          <p:cNvSpPr/>
          <p:nvPr/>
        </p:nvSpPr>
        <p:spPr>
          <a:xfrm>
            <a:off x="8782061" y="5170730"/>
            <a:ext cx="1218581" cy="492443"/>
          </a:xfrm>
          <a:prstGeom prst="roundRect">
            <a:avLst/>
          </a:prstGeom>
          <a:solidFill>
            <a:schemeClr val="bg1">
              <a:lumMod val="10000"/>
              <a:lumOff val="90000"/>
            </a:schemeClr>
          </a:solidFill>
          <a:ln w="158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400" dirty="0">
                <a:solidFill>
                  <a:schemeClr val="bg1"/>
                </a:solidFill>
              </a:rPr>
              <a:t>CC agent</a:t>
            </a:r>
            <a:endParaRPr kumimoji="1" lang="ja-JP" altLang="en-US" sz="1400" dirty="0" err="1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3D0295F-E05B-6BDE-4C8F-E0170C8B1047}"/>
              </a:ext>
            </a:extLst>
          </p:cNvPr>
          <p:cNvCxnSpPr>
            <a:cxnSpLocks/>
            <a:stCxn id="5" idx="2"/>
            <a:endCxn id="21" idx="0"/>
          </p:cNvCxnSpPr>
          <p:nvPr/>
        </p:nvCxnSpPr>
        <p:spPr>
          <a:xfrm>
            <a:off x="7778968" y="2420562"/>
            <a:ext cx="1612384" cy="27501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FB645FD6-DA20-A9EE-A0A4-D4C821282EEB}"/>
              </a:ext>
            </a:extLst>
          </p:cNvPr>
          <p:cNvSpPr/>
          <p:nvPr/>
        </p:nvSpPr>
        <p:spPr>
          <a:xfrm>
            <a:off x="8260452" y="6023860"/>
            <a:ext cx="2110769" cy="453938"/>
          </a:xfrm>
          <a:prstGeom prst="wedgeRoundRectCallout">
            <a:avLst>
              <a:gd name="adj1" fmla="val -56603"/>
              <a:gd name="adj2" fmla="val -146081"/>
              <a:gd name="adj3" fmla="val 16667"/>
            </a:avLst>
          </a:prstGeom>
          <a:solidFill>
            <a:schemeClr val="bg2">
              <a:lumMod val="75000"/>
              <a:alpha val="85000"/>
            </a:schemeClr>
          </a:solidFill>
          <a:ln w="158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rtlCol="0" anchor="ctr"/>
          <a:lstStyle/>
          <a:p>
            <a:pPr algn="ctr"/>
            <a:r>
              <a:rPr kumimoji="1" lang="en-US" altLang="ja-JP" sz="900" dirty="0" err="1">
                <a:solidFill>
                  <a:srgbClr val="FFFF00"/>
                </a:solidFill>
              </a:rPr>
              <a:t>WxC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に登録されて、</a:t>
            </a:r>
            <a:r>
              <a:rPr kumimoji="1" lang="en-US" altLang="ja-JP" sz="900" dirty="0" err="1">
                <a:solidFill>
                  <a:srgbClr val="FFFF00"/>
                </a:solidFill>
              </a:rPr>
              <a:t>WxCC</a:t>
            </a:r>
            <a:r>
              <a:rPr kumimoji="1" lang="en-US" altLang="ja-JP" sz="900" dirty="0">
                <a:solidFill>
                  <a:srgbClr val="FFFF00"/>
                </a:solidFill>
              </a:rPr>
              <a:t> </a:t>
            </a:r>
            <a:r>
              <a:rPr kumimoji="1" lang="ja-JP" altLang="en-US" sz="900" dirty="0">
                <a:solidFill>
                  <a:srgbClr val="FFFF00"/>
                </a:solidFill>
              </a:rPr>
              <a:t>が定めたルールによって着信を受ける</a:t>
            </a:r>
          </a:p>
        </p:txBody>
      </p:sp>
    </p:spTree>
    <p:extLst>
      <p:ext uri="{BB962C8B-B14F-4D97-AF65-F5344CB8AC3E}">
        <p14:creationId xmlns:p14="http://schemas.microsoft.com/office/powerpoint/2010/main" val="1686583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4C87-6CD0-7C09-6EE4-8C8AD704E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1E7E6EB-03C4-B84C-7C7B-4FD7D39A3338}"/>
              </a:ext>
            </a:extLst>
          </p:cNvPr>
          <p:cNvSpPr/>
          <p:nvPr/>
        </p:nvSpPr>
        <p:spPr>
          <a:xfrm>
            <a:off x="52388" y="38100"/>
            <a:ext cx="12077700" cy="6777038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tx1">
                <a:lumMod val="9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5510A2-A229-B7A7-1B5B-BAE6B0AD7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の設定（</a:t>
            </a:r>
            <a:r>
              <a:rPr kumimoji="1" lang="en-US" altLang="ja-JP" dirty="0"/>
              <a:t>tips</a:t>
            </a:r>
            <a:r>
              <a:rPr kumimoji="1" lang="ja-JP" altLang="en-US" dirty="0"/>
              <a:t>的な）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B19952-EFE3-AA6F-DEFF-19669912FEEE}"/>
              </a:ext>
            </a:extLst>
          </p:cNvPr>
          <p:cNvSpPr txBox="1"/>
          <p:nvPr/>
        </p:nvSpPr>
        <p:spPr>
          <a:xfrm>
            <a:off x="375385" y="996215"/>
            <a:ext cx="11816615" cy="7643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概要によると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セットアップガイドラインがあって、各タスクを完了すると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checked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になる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＊ただし、「ユーザの同期」は自分で設定からやってもタスク完了にならず、ガイドラインのところからやればタスク完了になった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ここのガイドラインは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のセットアップも兼ねているタスクがある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8EA3E62-6C21-4D93-C859-0A959BCE2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85" y="2120481"/>
            <a:ext cx="7027354" cy="38312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7F315A-2E7E-F5F0-D1AA-15EC07D98F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38" t="8407" r="1524"/>
          <a:stretch>
            <a:fillRect/>
          </a:stretch>
        </p:blipFill>
        <p:spPr>
          <a:xfrm>
            <a:off x="3889062" y="2190416"/>
            <a:ext cx="6839996" cy="40133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FA883E-4871-16B1-EFED-489722271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074" y="2258575"/>
            <a:ext cx="4732076" cy="3613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7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DE157-8CF0-F2D2-96FF-2148B05E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F3544B-AAEF-56E9-C1E7-65FD57ABBF37}"/>
              </a:ext>
            </a:extLst>
          </p:cNvPr>
          <p:cNvSpPr txBox="1"/>
          <p:nvPr/>
        </p:nvSpPr>
        <p:spPr>
          <a:xfrm>
            <a:off x="375385" y="996215"/>
            <a:ext cx="11816615" cy="18261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CUCM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から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 </a:t>
            </a:r>
            <a:r>
              <a:rPr kumimoji="1" lang="en-US" altLang="ja-JP" sz="1100" kern="12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に移行するときの前提条件</a:t>
            </a:r>
            <a:endParaRPr kumimoji="1" lang="en-US" altLang="ja-JP" sz="1100" kern="12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FontTx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内線番号の長さ設定</a:t>
            </a: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ロケーション追加して、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PSTN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登録する　＋　ロケーションルーティングプレフィックス（１．でグローバルで設定しているけどロケーション単位でも一応？）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CUCM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BAT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ファイルをエクスポートする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ユーザ同期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or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ディレクトリコネクタ　（ユーザ同期は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CUCM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から取得した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tar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ファイルを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CH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が取り込める形に変換して、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csv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形式でインポート　＊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jabber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の項目は必須）</a:t>
            </a:r>
            <a:br>
              <a:rPr lang="en-US" altLang="ja-JP" sz="11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右上図のように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csv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ファイルで </a:t>
            </a:r>
            <a:r>
              <a:rPr lang="en-US" altLang="ja-JP" sz="1100" dirty="0" err="1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highlight>
                  <a:srgbClr val="FFFF00"/>
                </a:highlight>
                <a:latin typeface="+mn-ea"/>
              </a:rPr>
              <a:t>アカウントかどうか選択できるのかも？</a:t>
            </a:r>
            <a:endParaRPr lang="en-US" altLang="ja-JP" sz="1100" dirty="0">
              <a:solidFill>
                <a:schemeClr val="bg1"/>
              </a:solidFill>
              <a:highlight>
                <a:srgbClr val="FFFF00"/>
              </a:highlight>
              <a:latin typeface="+mn-ea"/>
            </a:endParaRPr>
          </a:p>
          <a:p>
            <a:pPr lvl="1"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⇒これで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CUCM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に移行のための事前準備完了！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0F1C12-C7A7-94BF-284B-F29E6E0C7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86" y="2785746"/>
            <a:ext cx="4936281" cy="179918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EC1F5D-652E-0371-5F28-4718F20A6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17" y="4622938"/>
            <a:ext cx="2014768" cy="17516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A4BDFD-70FF-71DB-3AE1-A80D36090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067" y="4717597"/>
            <a:ext cx="3604482" cy="172699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133FDB3-51B5-BE83-B2EC-87175D071B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279" y="2950279"/>
            <a:ext cx="4888517" cy="275618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3EBAD02-E677-E31D-8093-23666A1248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7949" y="90230"/>
            <a:ext cx="4846308" cy="14007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DEB64CA-4419-C9C7-3442-242C857DF3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9416" y="90230"/>
            <a:ext cx="2116148" cy="113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724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29D23-B932-DE67-74A0-BD796075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6737E-D9E5-5685-0FDD-7A696691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/>
              <a:t>WxC</a:t>
            </a:r>
            <a:r>
              <a:rPr lang="en-US" altLang="ja-JP" dirty="0"/>
              <a:t> </a:t>
            </a:r>
            <a:r>
              <a:rPr lang="ja-JP" altLang="en-US" dirty="0"/>
              <a:t>の設定</a:t>
            </a:r>
            <a:r>
              <a:rPr lang="ja-JP" altLang="en-US" dirty="0">
                <a:latin typeface="+mn-ea"/>
              </a:rPr>
              <a:t>（このタスクは不要かも？）</a:t>
            </a:r>
            <a:endParaRPr kumimoji="1" lang="ja-JP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A212C6-4F76-209A-269E-39C31118DA92}"/>
              </a:ext>
            </a:extLst>
          </p:cNvPr>
          <p:cNvSpPr txBox="1"/>
          <p:nvPr/>
        </p:nvSpPr>
        <p:spPr>
          <a:xfrm>
            <a:off x="375385" y="996215"/>
            <a:ext cx="11816615" cy="466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CUCM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のデータを </a:t>
            </a:r>
            <a:r>
              <a:rPr kumimoji="1" lang="en-US" altLang="ja-JP" sz="1100" kern="1200" dirty="0">
                <a:solidFill>
                  <a:schemeClr val="bg1"/>
                </a:solidFill>
                <a:latin typeface="+mn-ea"/>
              </a:rPr>
              <a:t>CH </a:t>
            </a:r>
            <a:r>
              <a:rPr kumimoji="1" lang="ja-JP" altLang="en-US" sz="1100" kern="1200" dirty="0">
                <a:solidFill>
                  <a:schemeClr val="bg1"/>
                </a:solidFill>
                <a:latin typeface="+mn-ea"/>
              </a:rPr>
              <a:t>にインポート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CUCM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BAT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ファイルをエクスポート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685800" lvl="1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CUCM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から取得したファイルをアップロードして、新しいタスクを作成する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8B650C-D7F2-29D9-1ADF-49A6F704D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6386" y="790589"/>
            <a:ext cx="5820229" cy="30768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085ED89-0E50-FDB7-494A-BE80983C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50" y="1966154"/>
            <a:ext cx="2462893" cy="7753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598A5B-E442-3196-BDB8-2F3151890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85" y="2823713"/>
            <a:ext cx="2361293" cy="9725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E860A9-F0F1-618A-C39E-BEEB300FF4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385" y="3867836"/>
            <a:ext cx="2361293" cy="105441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51716A-C34C-7781-62E9-376CD0070B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385" y="5097474"/>
            <a:ext cx="2361293" cy="106493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2A45D57-BF58-4ABD-A044-553CDBD10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181" y="1974077"/>
            <a:ext cx="2299448" cy="116341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4FEAD99-703C-0C6A-3741-D5249578D9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1182" y="3288937"/>
            <a:ext cx="2299448" cy="105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64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90E16-513E-0B8E-FC8A-F1B355E42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A5651-FB1D-D357-82ED-38DAD5990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3A5FD-F838-9B20-3011-C51A24E7A2CB}"/>
              </a:ext>
            </a:extLst>
          </p:cNvPr>
          <p:cNvSpPr txBox="1"/>
          <p:nvPr/>
        </p:nvSpPr>
        <p:spPr>
          <a:xfrm>
            <a:off x="375385" y="996215"/>
            <a:ext cx="11816615" cy="2590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に取り込まれたユーザ（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Webex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ユーザ）を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で使用するために同期して、タイムゾーンも設定する</a:t>
            </a:r>
            <a:br>
              <a:rPr lang="en-US" altLang="ja-JP" sz="1100" dirty="0">
                <a:solidFill>
                  <a:schemeClr val="bg1"/>
                </a:solidFill>
                <a:latin typeface="+mn-ea"/>
              </a:rPr>
            </a:b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＊間違えて「営業時間の追加」をしてしまった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エントリポイントとダイヤル番号（ルーティング先）を紐づけるためにチャネルを作成する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マルチメディアプロファイルを設定する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サイト作成して、マルチメディアプロファイルと紐づける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チーム作成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音声プロンプトアップロードする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顧客のコールの待機場所としてキューを設定する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⇒この一連の設定が、受信した問合せ・リクエストを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につなぐためのルーティング設定</a:t>
            </a:r>
            <a:br>
              <a:rPr lang="en-US" altLang="ja-JP" sz="1100" dirty="0">
                <a:solidFill>
                  <a:schemeClr val="bg1"/>
                </a:solidFill>
                <a:latin typeface="+mn-ea"/>
              </a:rPr>
            </a:b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FBB958-8837-DB15-3D51-29891F1DF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1879" y="2243081"/>
            <a:ext cx="2617234" cy="8742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501DAC-B06D-0CAD-E443-17433DB7F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1513" y="135920"/>
            <a:ext cx="3657600" cy="194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532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FCFEF-4941-4E49-2894-01B01DCB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D86D8-3535-5F69-8F03-C5698E5C8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60B8C-82DB-7246-9D9C-E59D73A051DB}"/>
              </a:ext>
            </a:extLst>
          </p:cNvPr>
          <p:cNvSpPr txBox="1"/>
          <p:nvPr/>
        </p:nvSpPr>
        <p:spPr>
          <a:xfrm>
            <a:off x="375385" y="996215"/>
            <a:ext cx="11816615" cy="19543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スキル定義を作成する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スキル定義を基にスキルプロファイルを作成する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ユーザプロファイル（すでに作成されていたので特に追加はしていない）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デスクトッププロファイル（すでに作成されていたので特に追加はしていない）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デスクトップレイアウト（すでに作成されていたので特に追加はしていない）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コンタクトセンターユーザ（事前に同期してあったので、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ユーザが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ユーザになっていた）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defTabSz="912276" fontAlgn="base">
              <a:spcAft>
                <a:spcPts val="1000"/>
              </a:spcAft>
              <a:buClr>
                <a:schemeClr val="bg1"/>
              </a:buClr>
              <a:buSzPct val="100000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⇒この一連の設定が、ユーザ設定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DD089-1B5F-269A-5F1D-464FA59C32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755" y="2500670"/>
            <a:ext cx="7204201" cy="2582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636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B828F-2F06-3189-8CD6-DD9D24078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29812-532A-3F48-D294-EF7B0D73A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WxCC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F8E05B-14CB-862E-45D4-9AAC0271FE43}"/>
              </a:ext>
            </a:extLst>
          </p:cNvPr>
          <p:cNvSpPr txBox="1"/>
          <p:nvPr/>
        </p:nvSpPr>
        <p:spPr>
          <a:xfrm>
            <a:off x="375385" y="996215"/>
            <a:ext cx="1181661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その他の設定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30752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46E48-8B74-52F2-4BC8-354605DD8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参照リンク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A97B83-3E20-DBBC-D736-AA72DBBEF80B}"/>
              </a:ext>
            </a:extLst>
          </p:cNvPr>
          <p:cNvSpPr txBox="1"/>
          <p:nvPr/>
        </p:nvSpPr>
        <p:spPr>
          <a:xfrm>
            <a:off x="451757" y="923836"/>
            <a:ext cx="11416393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CUCM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から </a:t>
            </a:r>
            <a:r>
              <a:rPr lang="en-US" altLang="ja-JP" sz="1600" dirty="0" err="1">
                <a:solidFill>
                  <a:schemeClr val="bg2">
                    <a:lumMod val="50000"/>
                  </a:schemeClr>
                </a:solidFill>
                <a:latin typeface="+mn-ea"/>
              </a:rPr>
              <a:t>WxC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に移行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https://help.webex.com/ja-jp/article/x974bd/Unified-CM-%E3%83%87%E3%83%BC%E3%82%BF%E3%82%92-Webex-Calling-%E3%81%AB%E7%A7%BB%E8%A1%8C%E3%81%97%E3%81%BE%E3%81%99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 err="1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WxCC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セットアップ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effectLst/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3"/>
              </a:rPr>
              <a:t>https://help.webex.com/en-us/article/n5595zd/Webex-Contact-Center-Setup-and-Administration-Guide#topic_AE07686D17FFE29566B4B4742A199B39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effectLst/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 err="1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WxCC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アドミニストレーションガイド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effectLst/>
              <a:latin typeface="+mn-ea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ja-JP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https://www.cisco.com/c/ja_jp/td/docs/voice_ip_comm/cust_contact/contact_center/webexcc/SetupandAdministrationGuide_2/b_mp-release-2/wcc-flow-designer.html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effectLst/>
                <a:latin typeface="+mn-ea"/>
              </a:rPr>
              <a:t>テナントのセットアップ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effectLst/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rgbClr val="07182D"/>
                </a:solidFill>
                <a:latin typeface="+mn-e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https://help.webex.com/ja-jp/article/ngc1xsy/Webex-Contact-Center-%E3%81%A7%E3%83%86%E3%83%8A%E3%83%B3%E3%83%88%E3%82%92%E3%82%BB%E3%83%83%E3%83%88%E3%82%A2%E3%83%83%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E3%83%97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 err="1">
                <a:solidFill>
                  <a:schemeClr val="bg2">
                    <a:lumMod val="50000"/>
                  </a:schemeClr>
                </a:solidFill>
                <a:latin typeface="+mn-ea"/>
              </a:rPr>
              <a:t>WxCC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用音声セットアップ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6"/>
              </a:rPr>
              <a:t>https://help.webex.com/ja-jp/article/gsmsaeb/Webex-Contact-Center-%E3%81%AE%E9%9F%B3%E5%A3%B0%E8%A8%AD%E5%AE%9A%E3%82%92%E3%82%BB%E3%83%83%E3%83%88%E3%82%A2%E3%83%83%E3%83%97%E3%81%97%E3%81%BE%E3%81%99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チャネルのセットアップ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7"/>
              </a:rPr>
              <a:t>https://help.webex.com/ja-jp/article/ewuay1/%E3%83%81%E3%83%A3%E3%83%B3%E3%83%8D%E3%83%AB%E3%82%92%E8%A8%AD%E5%AE%9A%E3%81%99%E3%82%8B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ラボガイド（おすすめ）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8"/>
              </a:rPr>
              <a:t>https://webexcc.github.io/pages/CH/#introduction-to-the-new-admin-experience</a:t>
            </a:r>
            <a:endParaRPr lang="ja-JP" altLang="en-US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02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69487-0084-D352-482F-358D7BCE5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E5F0-6E73-7E35-5735-12011E5F9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参照リンク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83100-D17E-261D-E4B3-C86FF5C738E4}"/>
              </a:ext>
            </a:extLst>
          </p:cNvPr>
          <p:cNvSpPr txBox="1"/>
          <p:nvPr/>
        </p:nvSpPr>
        <p:spPr>
          <a:xfrm>
            <a:off x="451757" y="923836"/>
            <a:ext cx="114163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キューとルーティングについて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2"/>
              </a:rPr>
              <a:t>https://help.webex.com/en-us/article/155etl/Understand-Routing-and-Queueing-in-Webex-Contact-Center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　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デスクトッププロファイル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  <a:hlinkClick r:id="rId3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3"/>
              </a:rPr>
              <a:t>https://help.webex.com/ja-jp/article/nvaf71f/%E3%83%87%E3%82%B9%E3%82%AF%E3%83%88%E3%83%83%E3%83%97-%E3%83%97%E3%83%AD%E3%83%95%E3%82%A1%E3%82%A4%E3%83%AB%E3%82%92%E7%AE%A1%E7%90%86%E3%81%99%E3%82%8B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アウトダイヤル</a:t>
            </a:r>
            <a:endParaRPr lang="en-US" altLang="ja-JP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  <a:hlinkClick r:id="rId4"/>
              </a:rPr>
              <a:t>https://community.cisco.com/t5/contact-center/enabling-outdial-pstn-from-wxcc-desktop/td-p/5146040</a:t>
            </a:r>
            <a:r>
              <a:rPr lang="en-US" altLang="ja-JP" sz="1600" dirty="0">
                <a:solidFill>
                  <a:schemeClr val="bg2">
                    <a:lumMod val="50000"/>
                  </a:schemeClr>
                </a:solidFill>
                <a:latin typeface="+mn-ea"/>
              </a:rPr>
              <a:t> </a:t>
            </a:r>
            <a:endParaRPr lang="ja-JP" altLang="en-US" sz="1600" dirty="0">
              <a:solidFill>
                <a:schemeClr val="bg2">
                  <a:lumMod val="50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72177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3143-BCEC-3329-06A2-DAE44A805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9997A-2C26-F1BF-8195-2BF8FDD3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用語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23986D-8656-7943-25F4-635700A82B5D}"/>
              </a:ext>
            </a:extLst>
          </p:cNvPr>
          <p:cNvSpPr txBox="1"/>
          <p:nvPr/>
        </p:nvSpPr>
        <p:spPr>
          <a:xfrm>
            <a:off x="375385" y="996215"/>
            <a:ext cx="11816615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チャネルタイプ：チャット、メール、電話とかのどのタイプで顧客と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をつなぐか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エントリポイント：顧客からの通話が初めて </a:t>
            </a:r>
            <a:r>
              <a:rPr lang="en-US" altLang="ja-JP" sz="1100" dirty="0" err="1">
                <a:solidFill>
                  <a:schemeClr val="bg1"/>
                </a:solidFill>
                <a:latin typeface="+mn-ea"/>
              </a:rPr>
              <a:t>WxCC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のシステムに到着する場所（インバウンドとアウトダイヤルがある、考え方は対比）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マルチメディアプロファイル：各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ごとに対応できるメディアを設定する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  <a:p>
            <a:pPr marL="228600" indent="-228600" defTabSz="912276" fontAlgn="base">
              <a:spcAft>
                <a:spcPts val="1000"/>
              </a:spcAft>
              <a:buClr>
                <a:schemeClr val="bg1"/>
              </a:buClr>
              <a:buSzPct val="100000"/>
              <a:buAutoNum type="arabicPeriod"/>
            </a:pP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サービスレベル閾値：顧客の呼び出しに対して </a:t>
            </a:r>
            <a:r>
              <a:rPr lang="en-US" altLang="ja-JP" sz="1100" dirty="0">
                <a:solidFill>
                  <a:schemeClr val="bg1"/>
                </a:solidFill>
                <a:latin typeface="+mn-ea"/>
              </a:rPr>
              <a:t>CC agent </a:t>
            </a:r>
            <a:r>
              <a:rPr lang="ja-JP" altLang="en-US" sz="1100" dirty="0">
                <a:solidFill>
                  <a:schemeClr val="bg1"/>
                </a:solidFill>
                <a:latin typeface="+mn-ea"/>
              </a:rPr>
              <a:t>の待機時間がどれくらい許容されるか</a:t>
            </a:r>
            <a:endParaRPr lang="en-US" altLang="ja-JP" sz="110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01399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4E26D-D19C-8CA5-C561-08C5819E5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Secure Access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4051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84FBB-7B79-784E-3A32-96D367AF9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83FC4-1D2A-3A96-7E48-8AD23D83F5E3}"/>
              </a:ext>
            </a:extLst>
          </p:cNvPr>
          <p:cNvSpPr/>
          <p:nvPr/>
        </p:nvSpPr>
        <p:spPr>
          <a:xfrm>
            <a:off x="5410201" y="1959427"/>
            <a:ext cx="2454728" cy="35705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>
                <a:solidFill>
                  <a:schemeClr val="bg1"/>
                </a:solidFill>
              </a:rPr>
              <a:t>CSA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9FA72A-93B7-D578-D446-A33B6A612909}"/>
              </a:ext>
            </a:extLst>
          </p:cNvPr>
          <p:cNvSpPr/>
          <p:nvPr/>
        </p:nvSpPr>
        <p:spPr>
          <a:xfrm>
            <a:off x="734786" y="2803071"/>
            <a:ext cx="1083128" cy="56605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5875">
            <a:solidFill>
              <a:schemeClr val="bg2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2880" tIns="182880" rIns="182880" bIns="182880" rtlCol="0" anchor="ctr"/>
          <a:lstStyle/>
          <a:p>
            <a:pPr algn="ctr"/>
            <a:r>
              <a:rPr kumimoji="1" lang="en-US" altLang="ja-JP" sz="1600" dirty="0">
                <a:solidFill>
                  <a:schemeClr val="bg1"/>
                </a:solidFill>
              </a:rPr>
              <a:t>PC</a:t>
            </a:r>
            <a:endParaRPr kumimoji="1" lang="ja-JP" alt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135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271D4-6621-E7A1-B994-6CA9A9A9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82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isco Corporate Template 2017">
  <a:themeElements>
    <a:clrScheme name="Cisco White Template Colors_FINAL">
      <a:dk1>
        <a:srgbClr val="282828"/>
      </a:dk1>
      <a:lt1>
        <a:srgbClr val="005073"/>
      </a:lt1>
      <a:dk2>
        <a:srgbClr val="005073"/>
      </a:dk2>
      <a:lt2>
        <a:srgbClr val="FFFFFF"/>
      </a:lt2>
      <a:accent1>
        <a:srgbClr val="00BCEB"/>
      </a:accent1>
      <a:accent2>
        <a:srgbClr val="6EBE4A"/>
      </a:accent2>
      <a:accent3>
        <a:srgbClr val="005073"/>
      </a:accent3>
      <a:accent4>
        <a:srgbClr val="676767"/>
      </a:accent4>
      <a:accent5>
        <a:srgbClr val="FBAB18"/>
      </a:accent5>
      <a:accent6>
        <a:srgbClr val="E3241B"/>
      </a:accent6>
      <a:hlink>
        <a:srgbClr val="00BCEB"/>
      </a:hlink>
      <a:folHlink>
        <a:srgbClr val="005073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isco Corporate Template 2017" id="{4845E6A6-85F1-DB49-97E1-4537810831AD}" vid="{40FDB6BA-0401-6F46-8606-816E6D771D96}"/>
    </a:ext>
  </a:extLst>
</a:theme>
</file>

<file path=ppt/theme/theme2.xml><?xml version="1.0" encoding="utf-8"?>
<a:theme xmlns:a="http://schemas.openxmlformats.org/drawingml/2006/main" name="Cisco Light 05-12-2025">
  <a:themeElements>
    <a:clrScheme name="Cisco Light 04-16-2025">
      <a:dk1>
        <a:srgbClr val="07182D"/>
      </a:dk1>
      <a:lt1>
        <a:srgbClr val="FFFFFF"/>
      </a:lt1>
      <a:dk2>
        <a:srgbClr val="525E6C"/>
      </a:dk2>
      <a:lt2>
        <a:srgbClr val="B4B9C0"/>
      </a:lt2>
      <a:accent1>
        <a:srgbClr val="02C8FF"/>
      </a:accent1>
      <a:accent2>
        <a:srgbClr val="0A60FF"/>
      </a:accent2>
      <a:accent3>
        <a:srgbClr val="FF007F"/>
      </a:accent3>
      <a:accent4>
        <a:srgbClr val="FF9000"/>
      </a:accent4>
      <a:accent5>
        <a:srgbClr val="D6D6D6"/>
      </a:accent5>
      <a:accent6>
        <a:srgbClr val="6B6B6B"/>
      </a:accent6>
      <a:hlink>
        <a:srgbClr val="07182D"/>
      </a:hlink>
      <a:folHlink>
        <a:srgbClr val="C0C0C0"/>
      </a:folHlink>
    </a:clrScheme>
    <a:fontScheme name="Cisco PowerPoint 02-26-2025">
      <a:majorFont>
        <a:latin typeface="CiscoSansTT Medium"/>
        <a:ea typeface=""/>
        <a:cs typeface=""/>
      </a:majorFont>
      <a:minorFont>
        <a:latin typeface="CiscoSansT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5875">
          <a:solidFill>
            <a:schemeClr val="bg2"/>
          </a:solidFill>
        </a:ln>
        <a:effectLst/>
      </a:spPr>
      <a:bodyPr lIns="182880" tIns="182880" rIns="182880" bIns="18288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 defTabSz="912276" rtl="0" eaLnBrk="1" fontAlgn="base" hangingPunct="1">
          <a:lnSpc>
            <a:spcPct val="100000"/>
          </a:lnSpc>
          <a:spcBef>
            <a:spcPts val="0"/>
          </a:spcBef>
          <a:spcAft>
            <a:spcPts val="1000"/>
          </a:spcAft>
          <a:buClr>
            <a:schemeClr val="bg1"/>
          </a:buClr>
          <a:buSzPct val="100000"/>
          <a:defRPr sz="1600" kern="1200" dirty="0" err="1" smtClean="0">
            <a:solidFill>
              <a:schemeClr val="bg1"/>
            </a:solidFill>
            <a:latin typeface="+mn-lt"/>
            <a:ea typeface="ＭＳ Ｐゴシック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isco_PowerPoint_Template_LIGHT_05-12-2025.pptx" id="{114B2952-8AAA-4E63-8C04-090B2C9256ED}" vid="{CF3E30BE-9D3F-45A6-99C1-A9C7E8466076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BAB8B76-38B1-8F48-B9E7-46850055DC13}">
  <we:reference id="01cd1c88-25e9-4daa-b0ef-32dc541ed811" version="2.0.0.0" store="EXCatalog" storeType="EXCatalog"/>
  <we:alternateReferences>
    <we:reference id="WA200000068" version="2.0.0.0" store="en-US" storeType="OMEX"/>
  </we:alternateReferences>
  <we:properties/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c8f49a32-fde3-48a5-9266-b5b0972a22dc}" enabled="1" method="Standard" siteId="{5ae1af62-9505-4097-a69a-c1553ef7840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34888</TotalTime>
  <Words>3524</Words>
  <Application>Microsoft Office PowerPoint</Application>
  <PresentationFormat>Widescreen</PresentationFormat>
  <Paragraphs>509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游ゴシック</vt:lpstr>
      <vt:lpstr>Arial</vt:lpstr>
      <vt:lpstr>Calibri</vt:lpstr>
      <vt:lpstr>CiscoSansTT</vt:lpstr>
      <vt:lpstr>CiscoSansTT Medium</vt:lpstr>
      <vt:lpstr>Cisco Corporate Template 2017</vt:lpstr>
      <vt:lpstr>Cisco Light 05-12-2025</vt:lpstr>
      <vt:lpstr>MoD 2026</vt:lpstr>
      <vt:lpstr>追加スライド</vt:lpstr>
      <vt:lpstr>WxC / WxCC</vt:lpstr>
      <vt:lpstr>diagram</vt:lpstr>
      <vt:lpstr>diagram</vt:lpstr>
      <vt:lpstr>手順</vt:lpstr>
      <vt:lpstr>WxC WxCC 基本設定１</vt:lpstr>
      <vt:lpstr>WxC WxCC 基本設定２</vt:lpstr>
      <vt:lpstr>WxC WxCC 基本設定３</vt:lpstr>
      <vt:lpstr>WxC WxCC 基本設定４</vt:lpstr>
      <vt:lpstr>Config for WxC registration</vt:lpstr>
      <vt:lpstr>（LGWとWebexの登録用）</vt:lpstr>
      <vt:lpstr>（LGWとWebexの登録用）</vt:lpstr>
      <vt:lpstr>（LGWとWebexの登録用）</vt:lpstr>
      <vt:lpstr>（LGWとWebexの登録用）</vt:lpstr>
      <vt:lpstr>（LGWとWebexの登録用）</vt:lpstr>
      <vt:lpstr>（LGWとWebexの登録用）</vt:lpstr>
      <vt:lpstr>Config for a call</vt:lpstr>
      <vt:lpstr>WxC WxCC 基本設定８（LGWのdial-peer用）</vt:lpstr>
      <vt:lpstr>WxC WxCC 基本設定８（LGWのdial-peer用）</vt:lpstr>
      <vt:lpstr>WxC WxCC 基本設定８（LGWのdial-peer用）</vt:lpstr>
      <vt:lpstr>WxC WxCC 基本設定８（LGWのdial-peer用）</vt:lpstr>
      <vt:lpstr>WxC WxCC 基本設定８（LGWのdial-peer用）</vt:lpstr>
      <vt:lpstr>memo</vt:lpstr>
      <vt:lpstr>Lab diagram On-premise</vt:lpstr>
      <vt:lpstr>PowerPoint Presentation</vt:lpstr>
      <vt:lpstr>Lab diagram On-premise</vt:lpstr>
      <vt:lpstr>Lab diagram Cloud</vt:lpstr>
      <vt:lpstr>CUCM の設定</vt:lpstr>
      <vt:lpstr>UCCX の設定</vt:lpstr>
      <vt:lpstr>Lab diagram Cloud</vt:lpstr>
      <vt:lpstr>WxCC の設定（tips的な）</vt:lpstr>
      <vt:lpstr>WxC の設定</vt:lpstr>
      <vt:lpstr>WxC の設定（このタスクは不要かも？）</vt:lpstr>
      <vt:lpstr>WxCC の設定</vt:lpstr>
      <vt:lpstr>WxCC の設定</vt:lpstr>
      <vt:lpstr>WxCC の設定</vt:lpstr>
      <vt:lpstr>参照リンク</vt:lpstr>
      <vt:lpstr>参照リンク</vt:lpstr>
      <vt:lpstr>用語</vt:lpstr>
      <vt:lpstr>Secure Access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Kimie Ito (kimiito)</dc:creator>
  <cp:lastModifiedBy>Kimie Ito (kimiito)</cp:lastModifiedBy>
  <cp:revision>2</cp:revision>
  <dcterms:created xsi:type="dcterms:W3CDTF">2023-05-19T05:10:29Z</dcterms:created>
  <dcterms:modified xsi:type="dcterms:W3CDTF">2026-04-24T09:44:37Z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8f49a32-fde3-48a5-9266-b5b0972a22dc_Enabled">
    <vt:lpwstr>true</vt:lpwstr>
  </property>
  <property fmtid="{D5CDD505-2E9C-101B-9397-08002B2CF9AE}" pid="3" name="MSIP_Label_c8f49a32-fde3-48a5-9266-b5b0972a22dc_SetDate">
    <vt:lpwstr>2024-06-18T02:40:44Z</vt:lpwstr>
  </property>
  <property fmtid="{D5CDD505-2E9C-101B-9397-08002B2CF9AE}" pid="4" name="MSIP_Label_c8f49a32-fde3-48a5-9266-b5b0972a22dc_Method">
    <vt:lpwstr>Standard</vt:lpwstr>
  </property>
  <property fmtid="{D5CDD505-2E9C-101B-9397-08002B2CF9AE}" pid="5" name="MSIP_Label_c8f49a32-fde3-48a5-9266-b5b0972a22dc_Name">
    <vt:lpwstr>Cisco Confidential</vt:lpwstr>
  </property>
  <property fmtid="{D5CDD505-2E9C-101B-9397-08002B2CF9AE}" pid="6" name="MSIP_Label_c8f49a32-fde3-48a5-9266-b5b0972a22dc_SiteId">
    <vt:lpwstr>5ae1af62-9505-4097-a69a-c1553ef7840e</vt:lpwstr>
  </property>
  <property fmtid="{D5CDD505-2E9C-101B-9397-08002B2CF9AE}" pid="7" name="MSIP_Label_c8f49a32-fde3-48a5-9266-b5b0972a22dc_ActionId">
    <vt:lpwstr>bb207b5d-54b4-4e05-b179-70253a48bcdb</vt:lpwstr>
  </property>
  <property fmtid="{D5CDD505-2E9C-101B-9397-08002B2CF9AE}" pid="8" name="MSIP_Label_c8f49a32-fde3-48a5-9266-b5b0972a22dc_ContentBits">
    <vt:lpwstr>2</vt:lpwstr>
  </property>
  <property fmtid="{D5CDD505-2E9C-101B-9397-08002B2CF9AE}" pid="9" name="ClassificationContentMarkingFooterLocations">
    <vt:lpwstr>Office テーマ:8\Cisco Corporate Template 2017:3\1_Office テーマ:8</vt:lpwstr>
  </property>
  <property fmtid="{D5CDD505-2E9C-101B-9397-08002B2CF9AE}" pid="10" name="ClassificationContentMarkingFooterText">
    <vt:lpwstr>Cisco Confidential</vt:lpwstr>
  </property>
</Properties>
</file>